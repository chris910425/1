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16x9"/>
  <p:notesSz cx="6858000" cy="9144000"/>
  <p:defaultTextStyle>
    <a:defPPr>
      <a:defRPr lang="zh-TW"/>
    </a:defPPr>
    <a:lvl1pPr marL="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ntu-taiwan-info-sessio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TW" smtClean="0"/>
              <a:t>1/27/13</a:t>
            </a:fld>
            <a:endParaRPr 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TW" smtClean="0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ntu-taiwan-info-sessio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TW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TW" smtClean="0"/>
              <a:t>1/27/13</a:t>
            </a:fld>
            <a:endParaRPr 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TW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TW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TW" smtClean="0"/>
              <a:t>‹#›</a:t>
            </a:fld>
            <a:endParaRPr 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TW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TW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TW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TW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TW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TW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TW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TW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TW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TW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457200" rtl="0" eaLnBrk="1" latinLnBrk="0" hangingPunct="1">
        <a:defRPr sz="1800" kern="1200" lang="zh-TW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TW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TW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TW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TW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TW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TW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TW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TW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f4e8ef6de39ab65.png"/>
  <Relationship Id="rId3" Type="http://schemas.openxmlformats.org/officeDocument/2006/relationships/image" Target="../media/image_42a5db01181ee0b5.jp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c36637ca9c4ba95.png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5bb97747609e99d.jpg"/>
  <Relationship Id="rId3" Type="http://schemas.openxmlformats.org/officeDocument/2006/relationships/image" Target="../media/image_bf4e8ef6de39ab65.png"/>
  <Relationship Id="rId4" Type="http://schemas.openxmlformats.org/officeDocument/2006/relationships/image" Target="../media/image_331d2d0de1db9966.png"/>
  <Relationship Id="rId5" Type="http://schemas.openxmlformats.org/officeDocument/2006/relationships/image" Target="../media/image_2c4f717247d33d22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topband"/>
          <p:cNvGrpSpPr/>
          <p:nvPr/>
        </p:nvGrpSpPr>
        <p:grpSpPr>
          <a:xfrm>
            <a:off x="0" y="152400"/>
            <a:ext cx="12192000" cy="752475"/>
            <a:chOff x="0" y="152400"/>
            <a:chExt cx="12192000" cy="752475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" y="152400"/>
              <a:ext cx="1447094" cy="533400"/>
            </a:xfrm>
            <a:prstGeom prst="rect">
              <a:avLst/>
            </a:prstGeom>
          </p:spPr>
        </p:pic>
        <p:sp>
          <p:nvSpPr>
            <p:cNvPr id="3" name="Rectangle 3"/>
            <p:cNvSpPr/>
            <p:nvPr/>
          </p:nvSpPr>
          <p:spPr>
            <a:xfrm>
              <a:off x="2113844" y="171450"/>
              <a:ext cx="19050" cy="495300"/>
            </a:xfrm>
            <a:prstGeom prst="rect">
              <a:avLst/>
            </a:prstGeom>
            <a:solidFill>
              <a:srgbClr val="93A0C9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2318441" y="260096"/>
              <a:ext cx="190904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NTU Centre in Computational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318441" y="422021"/>
              <a:ext cx="167378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Technologies for Finance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318632" y="641096"/>
              <a:ext cx="86937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b="1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Graduate College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445683" y="365125"/>
              <a:ext cx="22963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42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NTU CCTF 台灣招生說明會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0" y="876300"/>
              <a:ext cx="12192000" cy="28575"/>
            </a:xfrm>
            <a:prstGeom prst="rect">
              <a:avLst/>
            </a:prstGeom>
            <a:solidFill>
              <a:srgbClr val="0A1138"/>
            </a:solidFill>
            <a:ln>
              <a:noFill/>
            </a:ln>
          </p:spPr>
        </p:sp>
      </p:grpSp>
      <p:pic>
        <p:nvPicPr>
          <p:cNvPr id="10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04875"/>
            <a:ext cx="12192000" cy="5048250"/>
          </a:xfrm>
          <a:prstGeom prst="rect">
            <a:avLst/>
          </a:prstGeom>
        </p:spPr>
      </p:pic>
      <p:grpSp>
        <p:nvGrpSpPr>
          <p:cNvPr id="17" name="title"/>
          <p:cNvGrpSpPr/>
          <p:nvPr/>
        </p:nvGrpSpPr>
        <p:grpSpPr>
          <a:xfrm>
            <a:off x="457200" y="1600200"/>
            <a:ext cx="6229350" cy="2990850"/>
            <a:chOff x="457200" y="1600200"/>
            <a:chExt cx="6229350" cy="2990850"/>
          </a:xfrm>
        </p:grpSpPr>
        <p:sp>
          <p:nvSpPr>
            <p:cNvPr id="11" name="Rectangle 11"/>
            <p:cNvSpPr/>
            <p:nvPr/>
          </p:nvSpPr>
          <p:spPr>
            <a:xfrm>
              <a:off x="514350" y="1657350"/>
              <a:ext cx="6172200" cy="2933700"/>
            </a:xfrm>
            <a:prstGeom prst="rect">
              <a:avLst/>
            </a:prstGeom>
            <a:solidFill>
              <a:srgbClr val="0A1138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457200" y="1600200"/>
              <a:ext cx="6172200" cy="29337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113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19150" y="1968500"/>
              <a:ext cx="2945892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540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在新加坡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9150" y="2787650"/>
              <a:ext cx="3672840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540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念書這一年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7156" y="374650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花多少錢，念什麼課，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67156" y="407035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還有我會不會推薦你來</a:t>
              </a:r>
            </a:p>
          </p:txBody>
        </p:sp>
      </p:grpSp>
      <p:grpSp>
        <p:nvGrpSpPr>
          <p:cNvPr id="21" name="footband"/>
          <p:cNvGrpSpPr/>
          <p:nvPr/>
        </p:nvGrpSpPr>
        <p:grpSpPr>
          <a:xfrm>
            <a:off x="0" y="5953125"/>
            <a:ext cx="12192000" cy="664845"/>
            <a:chOff x="0" y="5953125"/>
            <a:chExt cx="12192000" cy="664845"/>
          </a:xfrm>
        </p:grpSpPr>
        <p:sp>
          <p:nvSpPr>
            <p:cNvPr id="18" name="Rectangle 18"/>
            <p:cNvSpPr/>
            <p:nvPr/>
          </p:nvSpPr>
          <p:spPr>
            <a:xfrm>
              <a:off x="0" y="5953125"/>
              <a:ext cx="12192000" cy="28575"/>
            </a:xfrm>
            <a:prstGeom prst="rect">
              <a:avLst/>
            </a:prstGeom>
            <a:solidFill>
              <a:srgbClr val="0A113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9580" y="6324600"/>
              <a:ext cx="25225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張鈞威 ・ MSBT 2026 入學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293477" y="6324600"/>
              <a:ext cx="14489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50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2026 年 ・ 台北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header"/>
          <p:cNvGrpSpPr/>
          <p:nvPr/>
        </p:nvGrpSpPr>
        <p:grpSpPr>
          <a:xfrm>
            <a:off x="445770" y="311150"/>
            <a:ext cx="11289030" cy="574675"/>
            <a:chOff x="445770" y="311150"/>
            <a:chExt cx="11289030" cy="574675"/>
          </a:xfrm>
        </p:grpSpPr>
        <p:sp>
          <p:nvSpPr>
            <p:cNvPr id="2" name="TextBox 2"/>
            <p:cNvSpPr txBox="1"/>
            <p:nvPr/>
          </p:nvSpPr>
          <p:spPr>
            <a:xfrm>
              <a:off x="445770" y="311150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個人簡介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10420350" y="4381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1138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10591800" y="438150"/>
              <a:ext cx="114300" cy="114300"/>
            </a:xfrm>
            <a:prstGeom prst="rect">
              <a:avLst/>
            </a:prstGeom>
            <a:solidFill>
              <a:srgbClr val="0A1138"/>
            </a:solidFill>
            <a:ln w="19050">
              <a:solidFill>
                <a:srgbClr val="0A1138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10763250" y="4381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1138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0934700" y="4381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1138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11106150" y="4381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1138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1277600" y="4381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1138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11449050" y="4381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1138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1620500" y="4381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1138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457200" y="857250"/>
              <a:ext cx="11277600" cy="28575"/>
            </a:xfrm>
            <a:prstGeom prst="rect">
              <a:avLst/>
            </a:prstGeom>
            <a:solidFill>
              <a:srgbClr val="0A1138"/>
            </a:solidFill>
            <a:ln>
              <a:noFill/>
            </a:ln>
          </p:spPr>
        </p:sp>
      </p:grpSp>
      <p:grpSp>
        <p:nvGrpSpPr>
          <p:cNvPr id="14" name="name"/>
          <p:cNvGrpSpPr/>
          <p:nvPr/>
        </p:nvGrpSpPr>
        <p:grpSpPr>
          <a:xfrm>
            <a:off x="438150" y="1435100"/>
            <a:ext cx="2582418" cy="1219200"/>
            <a:chOff x="438150" y="1435100"/>
            <a:chExt cx="2582418" cy="1219200"/>
          </a:xfrm>
        </p:grpSpPr>
        <p:sp>
          <p:nvSpPr>
            <p:cNvPr id="13" name="TextBox 13"/>
            <p:cNvSpPr txBox="1"/>
            <p:nvPr/>
          </p:nvSpPr>
          <p:spPr>
            <a:xfrm>
              <a:off x="438150" y="1435100"/>
              <a:ext cx="2582418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630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張鈞威</a:t>
              </a:r>
            </a:p>
          </p:txBody>
        </p:sp>
      </p:grpSp>
      <p:grpSp>
        <p:nvGrpSpPr>
          <p:cNvPr id="19" name="rows"/>
          <p:cNvGrpSpPr/>
          <p:nvPr/>
        </p:nvGrpSpPr>
        <p:grpSpPr>
          <a:xfrm>
            <a:off x="447294" y="3111500"/>
            <a:ext cx="3041278" cy="2153031"/>
            <a:chOff x="447294" y="3111500"/>
            <a:chExt cx="3041278" cy="2153031"/>
          </a:xfrm>
        </p:grpSpPr>
        <p:sp>
          <p:nvSpPr>
            <p:cNvPr id="15" name="TextBox 15"/>
            <p:cNvSpPr txBox="1"/>
            <p:nvPr/>
          </p:nvSpPr>
          <p:spPr>
            <a:xfrm>
              <a:off x="447294" y="3111500"/>
              <a:ext cx="235417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→　東吳大學 哲學系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7294" y="3702050"/>
              <a:ext cx="2008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→　沒有程式背景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7294" y="4292600"/>
              <a:ext cx="304127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→　NTU MSBT 2026 入學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7294" y="4883150"/>
              <a:ext cx="2533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b="1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→　（目前在做什麼）</a:t>
              </a:r>
            </a:p>
          </p:txBody>
        </p:sp>
      </p:grpSp>
      <p:grpSp>
        <p:nvGrpSpPr>
          <p:cNvPr id="24" name="portrait"/>
          <p:cNvGrpSpPr/>
          <p:nvPr/>
        </p:nvGrpSpPr>
        <p:grpSpPr>
          <a:xfrm>
            <a:off x="7048500" y="1238250"/>
            <a:ext cx="4686300" cy="4667250"/>
            <a:chOff x="7048500" y="1238250"/>
            <a:chExt cx="4686300" cy="4667250"/>
          </a:xfrm>
        </p:grpSpPr>
        <p:sp>
          <p:nvSpPr>
            <p:cNvPr id="20" name="Rectangle 20"/>
            <p:cNvSpPr/>
            <p:nvPr/>
          </p:nvSpPr>
          <p:spPr>
            <a:xfrm>
              <a:off x="7105650" y="1295400"/>
              <a:ext cx="4629150" cy="4610100"/>
            </a:xfrm>
            <a:prstGeom prst="rect">
              <a:avLst/>
            </a:prstGeom>
            <a:solidFill>
              <a:srgbClr val="0A113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048500" y="1238250"/>
              <a:ext cx="4629150" cy="46101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113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26983" y="321310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dirty="0">
                  <a:solidFill>
                    <a:srgbClr val="93A0C9"/>
                  </a:solidFill>
                  <a:latin typeface="+mn-lt"/>
                  <a:ea typeface="+mn-ea"/>
                  <a:cs typeface="+mn-cs"/>
                </a:rPr>
                <a:t>（個人照片）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83612" y="362585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350" dirty="0">
                  <a:solidFill>
                    <a:srgbClr val="93A0C9"/>
                  </a:solidFill>
                  <a:latin typeface="+mn-lt"/>
                  <a:ea typeface="+mn-ea"/>
                  <a:cs typeface="+mn-cs"/>
                </a:rPr>
                <a:t>待提供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header"/>
          <p:cNvGrpSpPr/>
          <p:nvPr/>
        </p:nvGrpSpPr>
        <p:grpSpPr>
          <a:xfrm>
            <a:off x="445770" y="311150"/>
            <a:ext cx="11289030" cy="574675"/>
            <a:chOff x="445770" y="311150"/>
            <a:chExt cx="11289030" cy="574675"/>
          </a:xfrm>
        </p:grpSpPr>
        <p:sp>
          <p:nvSpPr>
            <p:cNvPr id="2" name="TextBox 2"/>
            <p:cNvSpPr txBox="1"/>
            <p:nvPr/>
          </p:nvSpPr>
          <p:spPr>
            <a:xfrm>
              <a:off x="445770" y="311150"/>
              <a:ext cx="21431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為什麼是新加坡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10420350" y="4381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1138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10591800" y="4381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1138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10763250" y="438150"/>
              <a:ext cx="114300" cy="114300"/>
            </a:xfrm>
            <a:prstGeom prst="rect">
              <a:avLst/>
            </a:prstGeom>
            <a:solidFill>
              <a:srgbClr val="0A1138"/>
            </a:solidFill>
            <a:ln w="19050">
              <a:solidFill>
                <a:srgbClr val="0A1138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0934700" y="4381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1138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11106150" y="4381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1138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1277600" y="4381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1138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11449050" y="4381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1138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1620500" y="4381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1138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457200" y="857250"/>
              <a:ext cx="11277600" cy="28575"/>
            </a:xfrm>
            <a:prstGeom prst="rect">
              <a:avLst/>
            </a:prstGeom>
            <a:solidFill>
              <a:srgbClr val="0A1138"/>
            </a:solidFill>
            <a:ln>
              <a:noFill/>
            </a:ln>
          </p:spPr>
        </p:sp>
      </p:grpSp>
      <p:grpSp>
        <p:nvGrpSpPr>
          <p:cNvPr id="24" name="reasons"/>
          <p:cNvGrpSpPr/>
          <p:nvPr/>
        </p:nvGrpSpPr>
        <p:grpSpPr>
          <a:xfrm>
            <a:off x="438150" y="1876425"/>
            <a:ext cx="5924550" cy="4333875"/>
            <a:chOff x="438150" y="1876425"/>
            <a:chExt cx="5924550" cy="4333875"/>
          </a:xfrm>
        </p:grpSpPr>
        <p:sp>
          <p:nvSpPr>
            <p:cNvPr id="13" name="TextBox 13"/>
            <p:cNvSpPr txBox="1"/>
            <p:nvPr/>
          </p:nvSpPr>
          <p:spPr>
            <a:xfrm>
              <a:off x="438150" y="1876425"/>
              <a:ext cx="66781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050" b="1" dirty="0">
                  <a:solidFill>
                    <a:srgbClr val="C7CEE4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45870" y="1930400"/>
              <a:ext cx="2446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公司總部都設在這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50061" y="2374900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42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近年成為亞洲金融中心，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50061" y="2660650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42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許多跨國企業把亞洲總部設在這裡。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57200" y="3200400"/>
              <a:ext cx="5905500" cy="19050"/>
            </a:xfrm>
            <a:prstGeom prst="rect">
              <a:avLst/>
            </a:prstGeom>
            <a:solidFill>
              <a:srgbClr val="C7CEE4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38150" y="3648075"/>
              <a:ext cx="66781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050" b="1" dirty="0">
                  <a:solidFill>
                    <a:srgbClr val="C7CEE4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45870" y="3702050"/>
              <a:ext cx="305181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晚上一個人走路不用怕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50061" y="4146550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42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公共環境也乾淨。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57200" y="4972050"/>
              <a:ext cx="5905500" cy="19050"/>
            </a:xfrm>
            <a:prstGeom prst="rect">
              <a:avLst/>
            </a:prstGeom>
            <a:solidFill>
              <a:srgbClr val="C7CEE4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38150" y="5419725"/>
              <a:ext cx="66781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050" b="1" dirty="0">
                  <a:solidFill>
                    <a:srgbClr val="C7CEE4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45870" y="5473700"/>
              <a:ext cx="225292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飛 4.5 小時到家</a:t>
              </a:r>
            </a:p>
          </p:txBody>
        </p:sp>
      </p:grpSp>
      <p:grpSp>
        <p:nvGrpSpPr>
          <p:cNvPr id="153" name="map"/>
          <p:cNvGrpSpPr/>
          <p:nvPr/>
        </p:nvGrpSpPr>
        <p:grpSpPr>
          <a:xfrm>
            <a:off x="6667500" y="876300"/>
            <a:ext cx="5067300" cy="5981700"/>
            <a:chOff x="6667500" y="876300"/>
            <a:chExt cx="5067300" cy="5981700"/>
          </a:xfrm>
        </p:grpSpPr>
        <p:sp>
          <p:nvSpPr>
            <p:cNvPr id="25" name="Rectangle 25"/>
            <p:cNvSpPr/>
            <p:nvPr/>
          </p:nvSpPr>
          <p:spPr>
            <a:xfrm>
              <a:off x="6667500" y="876300"/>
              <a:ext cx="28575" cy="5981700"/>
            </a:xfrm>
            <a:prstGeom prst="rect">
              <a:avLst/>
            </a:prstGeom>
            <a:solidFill>
              <a:srgbClr val="0A1138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840855" y="1181100"/>
              <a:ext cx="9525" cy="5067300"/>
            </a:xfrm>
            <a:prstGeom prst="rect">
              <a:avLst/>
            </a:prstGeom>
            <a:solidFill>
              <a:srgbClr val="E8EBF2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528560" y="1181100"/>
              <a:ext cx="9525" cy="5067300"/>
            </a:xfrm>
            <a:prstGeom prst="rect">
              <a:avLst/>
            </a:prstGeom>
            <a:solidFill>
              <a:srgbClr val="E8EBF2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8217218" y="1181100"/>
              <a:ext cx="9525" cy="5067300"/>
            </a:xfrm>
            <a:prstGeom prst="rect">
              <a:avLst/>
            </a:prstGeom>
            <a:solidFill>
              <a:srgbClr val="E8EBF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8904922" y="1181100"/>
              <a:ext cx="9525" cy="5067300"/>
            </a:xfrm>
            <a:prstGeom prst="rect">
              <a:avLst/>
            </a:prstGeom>
            <a:solidFill>
              <a:srgbClr val="E8EBF2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9593580" y="1181100"/>
              <a:ext cx="9525" cy="5067300"/>
            </a:xfrm>
            <a:prstGeom prst="rect">
              <a:avLst/>
            </a:prstGeom>
            <a:solidFill>
              <a:srgbClr val="E8EBF2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10281285" y="1181100"/>
              <a:ext cx="9525" cy="5067300"/>
            </a:xfrm>
            <a:prstGeom prst="rect">
              <a:avLst/>
            </a:prstGeom>
            <a:solidFill>
              <a:srgbClr val="E8EBF2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10969942" y="1181100"/>
              <a:ext cx="9525" cy="5067300"/>
            </a:xfrm>
            <a:prstGeom prst="rect">
              <a:avLst/>
            </a:prstGeom>
            <a:solidFill>
              <a:srgbClr val="E8EBF2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11657648" y="1181100"/>
              <a:ext cx="9525" cy="5067300"/>
            </a:xfrm>
            <a:prstGeom prst="rect">
              <a:avLst/>
            </a:prstGeom>
            <a:solidFill>
              <a:srgbClr val="E8EBF2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819900" y="6145530"/>
              <a:ext cx="4914900" cy="9525"/>
            </a:xfrm>
            <a:prstGeom prst="rect">
              <a:avLst/>
            </a:prstGeom>
            <a:solidFill>
              <a:srgbClr val="E8EBF2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819900" y="5456872"/>
              <a:ext cx="4914900" cy="9525"/>
            </a:xfrm>
            <a:prstGeom prst="rect">
              <a:avLst/>
            </a:prstGeom>
            <a:solidFill>
              <a:srgbClr val="E8EBF2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819900" y="4769168"/>
              <a:ext cx="4914900" cy="9525"/>
            </a:xfrm>
            <a:prstGeom prst="rect">
              <a:avLst/>
            </a:prstGeom>
            <a:solidFill>
              <a:srgbClr val="E8EBF2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819900" y="4080510"/>
              <a:ext cx="4914900" cy="9525"/>
            </a:xfrm>
            <a:prstGeom prst="rect">
              <a:avLst/>
            </a:prstGeom>
            <a:solidFill>
              <a:srgbClr val="E8EBF2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819900" y="3392805"/>
              <a:ext cx="4914900" cy="9525"/>
            </a:xfrm>
            <a:prstGeom prst="rect">
              <a:avLst/>
            </a:prstGeom>
            <a:solidFill>
              <a:srgbClr val="E8EBF2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819900" y="2704148"/>
              <a:ext cx="4914900" cy="9525"/>
            </a:xfrm>
            <a:prstGeom prst="rect">
              <a:avLst/>
            </a:prstGeom>
            <a:solidFill>
              <a:srgbClr val="E8EBF2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819900" y="2016442"/>
              <a:ext cx="4914900" cy="9525"/>
            </a:xfrm>
            <a:prstGeom prst="rect">
              <a:avLst/>
            </a:prstGeom>
            <a:solidFill>
              <a:srgbClr val="E8EBF2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819900" y="1327785"/>
              <a:ext cx="4914900" cy="9525"/>
            </a:xfrm>
            <a:prstGeom prst="rect">
              <a:avLst/>
            </a:prstGeom>
            <a:solidFill>
              <a:srgbClr val="E8EBF2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11302365" y="5153978"/>
              <a:ext cx="203835" cy="425767"/>
            </a:xfrm>
            <a:custGeom>
              <a:avLst/>
              <a:gdLst/>
              <a:ahLst/>
              <a:cxnLst/>
              <a:rect l="l" t="t" r="r" b="b"/>
              <a:pathLst>
                <a:path w="203835" h="425767">
                  <a:moveTo>
                    <a:pt x="42862" y="186690"/>
                  </a:moveTo>
                  <a:lnTo>
                    <a:pt x="54293" y="188595"/>
                  </a:lnTo>
                  <a:lnTo>
                    <a:pt x="63818" y="188595"/>
                  </a:lnTo>
                  <a:lnTo>
                    <a:pt x="69533" y="181928"/>
                  </a:lnTo>
                  <a:lnTo>
                    <a:pt x="70485" y="175260"/>
                  </a:lnTo>
                  <a:lnTo>
                    <a:pt x="76200" y="160020"/>
                  </a:lnTo>
                  <a:lnTo>
                    <a:pt x="88583" y="148590"/>
                  </a:lnTo>
                  <a:lnTo>
                    <a:pt x="96203" y="147638"/>
                  </a:lnTo>
                  <a:lnTo>
                    <a:pt x="101918" y="143828"/>
                  </a:lnTo>
                  <a:lnTo>
                    <a:pt x="100965" y="132397"/>
                  </a:lnTo>
                  <a:lnTo>
                    <a:pt x="101918" y="121920"/>
                  </a:lnTo>
                  <a:lnTo>
                    <a:pt x="110490" y="110490"/>
                  </a:lnTo>
                  <a:lnTo>
                    <a:pt x="139065" y="94297"/>
                  </a:lnTo>
                  <a:lnTo>
                    <a:pt x="154305" y="88582"/>
                  </a:lnTo>
                  <a:lnTo>
                    <a:pt x="175260" y="86678"/>
                  </a:lnTo>
                  <a:lnTo>
                    <a:pt x="178118" y="92392"/>
                  </a:lnTo>
                  <a:lnTo>
                    <a:pt x="175260" y="101917"/>
                  </a:lnTo>
                  <a:lnTo>
                    <a:pt x="179070" y="114300"/>
                  </a:lnTo>
                  <a:lnTo>
                    <a:pt x="176212" y="150495"/>
                  </a:lnTo>
                  <a:lnTo>
                    <a:pt x="172403" y="156210"/>
                  </a:lnTo>
                  <a:lnTo>
                    <a:pt x="151448" y="168592"/>
                  </a:lnTo>
                  <a:lnTo>
                    <a:pt x="128588" y="178117"/>
                  </a:lnTo>
                  <a:lnTo>
                    <a:pt x="120968" y="181928"/>
                  </a:lnTo>
                  <a:lnTo>
                    <a:pt x="116205" y="193357"/>
                  </a:lnTo>
                  <a:lnTo>
                    <a:pt x="116205" y="202882"/>
                  </a:lnTo>
                  <a:lnTo>
                    <a:pt x="135255" y="215265"/>
                  </a:lnTo>
                  <a:lnTo>
                    <a:pt x="163830" y="227647"/>
                  </a:lnTo>
                  <a:lnTo>
                    <a:pt x="170498" y="233362"/>
                  </a:lnTo>
                  <a:lnTo>
                    <a:pt x="175260" y="242888"/>
                  </a:lnTo>
                  <a:lnTo>
                    <a:pt x="175260" y="253365"/>
                  </a:lnTo>
                  <a:lnTo>
                    <a:pt x="181928" y="259080"/>
                  </a:lnTo>
                  <a:lnTo>
                    <a:pt x="191453" y="260985"/>
                  </a:lnTo>
                  <a:lnTo>
                    <a:pt x="198120" y="265747"/>
                  </a:lnTo>
                  <a:lnTo>
                    <a:pt x="203835" y="273367"/>
                  </a:lnTo>
                  <a:lnTo>
                    <a:pt x="154305" y="256222"/>
                  </a:lnTo>
                  <a:lnTo>
                    <a:pt x="141923" y="249555"/>
                  </a:lnTo>
                  <a:lnTo>
                    <a:pt x="125730" y="248603"/>
                  </a:lnTo>
                  <a:lnTo>
                    <a:pt x="110490" y="246697"/>
                  </a:lnTo>
                  <a:lnTo>
                    <a:pt x="95250" y="240030"/>
                  </a:lnTo>
                  <a:lnTo>
                    <a:pt x="77153" y="238125"/>
                  </a:lnTo>
                  <a:lnTo>
                    <a:pt x="70485" y="242888"/>
                  </a:lnTo>
                  <a:lnTo>
                    <a:pt x="66675" y="252412"/>
                  </a:lnTo>
                  <a:lnTo>
                    <a:pt x="64770" y="261938"/>
                  </a:lnTo>
                  <a:lnTo>
                    <a:pt x="67628" y="274320"/>
                  </a:lnTo>
                  <a:lnTo>
                    <a:pt x="67628" y="282892"/>
                  </a:lnTo>
                  <a:lnTo>
                    <a:pt x="64770" y="296228"/>
                  </a:lnTo>
                  <a:lnTo>
                    <a:pt x="77153" y="337185"/>
                  </a:lnTo>
                  <a:lnTo>
                    <a:pt x="92393" y="370522"/>
                  </a:lnTo>
                  <a:lnTo>
                    <a:pt x="114300" y="403860"/>
                  </a:lnTo>
                  <a:lnTo>
                    <a:pt x="126683" y="416242"/>
                  </a:lnTo>
                  <a:lnTo>
                    <a:pt x="139065" y="425767"/>
                  </a:lnTo>
                  <a:lnTo>
                    <a:pt x="119062" y="422910"/>
                  </a:lnTo>
                  <a:lnTo>
                    <a:pt x="113348" y="411480"/>
                  </a:lnTo>
                  <a:lnTo>
                    <a:pt x="86678" y="401003"/>
                  </a:lnTo>
                  <a:lnTo>
                    <a:pt x="81915" y="394335"/>
                  </a:lnTo>
                  <a:lnTo>
                    <a:pt x="64770" y="360997"/>
                  </a:lnTo>
                  <a:lnTo>
                    <a:pt x="59055" y="355282"/>
                  </a:lnTo>
                  <a:lnTo>
                    <a:pt x="44768" y="344805"/>
                  </a:lnTo>
                  <a:lnTo>
                    <a:pt x="37148" y="336232"/>
                  </a:lnTo>
                  <a:lnTo>
                    <a:pt x="34290" y="324803"/>
                  </a:lnTo>
                  <a:lnTo>
                    <a:pt x="37148" y="314325"/>
                  </a:lnTo>
                  <a:lnTo>
                    <a:pt x="36195" y="298132"/>
                  </a:lnTo>
                  <a:lnTo>
                    <a:pt x="36195" y="282892"/>
                  </a:lnTo>
                  <a:lnTo>
                    <a:pt x="40005" y="262890"/>
                  </a:lnTo>
                  <a:lnTo>
                    <a:pt x="34290" y="256222"/>
                  </a:lnTo>
                  <a:lnTo>
                    <a:pt x="27623" y="250507"/>
                  </a:lnTo>
                  <a:lnTo>
                    <a:pt x="18098" y="236220"/>
                  </a:lnTo>
                  <a:lnTo>
                    <a:pt x="17145" y="219075"/>
                  </a:lnTo>
                  <a:lnTo>
                    <a:pt x="17145" y="209550"/>
                  </a:lnTo>
                  <a:lnTo>
                    <a:pt x="20955" y="200978"/>
                  </a:lnTo>
                  <a:lnTo>
                    <a:pt x="24765" y="193357"/>
                  </a:lnTo>
                  <a:lnTo>
                    <a:pt x="26670" y="186690"/>
                  </a:lnTo>
                  <a:lnTo>
                    <a:pt x="14288" y="176212"/>
                  </a:lnTo>
                  <a:lnTo>
                    <a:pt x="1905" y="146685"/>
                  </a:lnTo>
                  <a:lnTo>
                    <a:pt x="0" y="131445"/>
                  </a:lnTo>
                  <a:lnTo>
                    <a:pt x="17145" y="100965"/>
                  </a:lnTo>
                  <a:lnTo>
                    <a:pt x="15240" y="86678"/>
                  </a:lnTo>
                  <a:lnTo>
                    <a:pt x="20003" y="79057"/>
                  </a:lnTo>
                  <a:lnTo>
                    <a:pt x="20955" y="69532"/>
                  </a:lnTo>
                  <a:lnTo>
                    <a:pt x="29528" y="49530"/>
                  </a:lnTo>
                  <a:lnTo>
                    <a:pt x="42862" y="32385"/>
                  </a:lnTo>
                  <a:lnTo>
                    <a:pt x="66675" y="8572"/>
                  </a:lnTo>
                  <a:lnTo>
                    <a:pt x="76200" y="4762"/>
                  </a:lnTo>
                  <a:lnTo>
                    <a:pt x="85725" y="0"/>
                  </a:lnTo>
                  <a:lnTo>
                    <a:pt x="85725" y="5715"/>
                  </a:lnTo>
                  <a:lnTo>
                    <a:pt x="83820" y="11430"/>
                  </a:lnTo>
                  <a:lnTo>
                    <a:pt x="67628" y="36195"/>
                  </a:lnTo>
                  <a:lnTo>
                    <a:pt x="64770" y="40005"/>
                  </a:lnTo>
                  <a:lnTo>
                    <a:pt x="64770" y="51435"/>
                  </a:lnTo>
                  <a:lnTo>
                    <a:pt x="73343" y="57150"/>
                  </a:lnTo>
                  <a:lnTo>
                    <a:pt x="81915" y="69532"/>
                  </a:lnTo>
                  <a:lnTo>
                    <a:pt x="82868" y="85725"/>
                  </a:lnTo>
                  <a:lnTo>
                    <a:pt x="83820" y="101917"/>
                  </a:lnTo>
                  <a:lnTo>
                    <a:pt x="81915" y="120015"/>
                  </a:lnTo>
                  <a:lnTo>
                    <a:pt x="79058" y="125730"/>
                  </a:lnTo>
                  <a:lnTo>
                    <a:pt x="64770" y="143828"/>
                  </a:lnTo>
                  <a:lnTo>
                    <a:pt x="32385" y="163830"/>
                  </a:lnTo>
                  <a:lnTo>
                    <a:pt x="29528" y="168592"/>
                  </a:lnTo>
                  <a:lnTo>
                    <a:pt x="29528" y="174307"/>
                  </a:lnTo>
                  <a:lnTo>
                    <a:pt x="36195" y="180975"/>
                  </a:lnTo>
                  <a:lnTo>
                    <a:pt x="42862" y="186690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9898380" y="3894772"/>
              <a:ext cx="340043" cy="410528"/>
            </a:xfrm>
            <a:custGeom>
              <a:avLst/>
              <a:gdLst/>
              <a:ahLst/>
              <a:cxnLst/>
              <a:rect l="l" t="t" r="r" b="b"/>
              <a:pathLst>
                <a:path w="340043" h="410528">
                  <a:moveTo>
                    <a:pt x="12382" y="401003"/>
                  </a:moveTo>
                  <a:lnTo>
                    <a:pt x="0" y="410528"/>
                  </a:lnTo>
                  <a:lnTo>
                    <a:pt x="1905" y="398145"/>
                  </a:lnTo>
                  <a:lnTo>
                    <a:pt x="4762" y="386715"/>
                  </a:lnTo>
                  <a:lnTo>
                    <a:pt x="18097" y="363855"/>
                  </a:lnTo>
                  <a:lnTo>
                    <a:pt x="27622" y="355283"/>
                  </a:lnTo>
                  <a:lnTo>
                    <a:pt x="42862" y="337185"/>
                  </a:lnTo>
                  <a:lnTo>
                    <a:pt x="51435" y="327660"/>
                  </a:lnTo>
                  <a:lnTo>
                    <a:pt x="72390" y="309562"/>
                  </a:lnTo>
                  <a:lnTo>
                    <a:pt x="91440" y="290512"/>
                  </a:lnTo>
                  <a:lnTo>
                    <a:pt x="98107" y="289560"/>
                  </a:lnTo>
                  <a:lnTo>
                    <a:pt x="104775" y="289560"/>
                  </a:lnTo>
                  <a:lnTo>
                    <a:pt x="111443" y="286703"/>
                  </a:lnTo>
                  <a:lnTo>
                    <a:pt x="123825" y="275273"/>
                  </a:lnTo>
                  <a:lnTo>
                    <a:pt x="154305" y="240983"/>
                  </a:lnTo>
                  <a:lnTo>
                    <a:pt x="180975" y="215265"/>
                  </a:lnTo>
                  <a:lnTo>
                    <a:pt x="208597" y="181928"/>
                  </a:lnTo>
                  <a:lnTo>
                    <a:pt x="220980" y="170498"/>
                  </a:lnTo>
                  <a:lnTo>
                    <a:pt x="224790" y="168593"/>
                  </a:lnTo>
                  <a:lnTo>
                    <a:pt x="248602" y="138112"/>
                  </a:lnTo>
                  <a:lnTo>
                    <a:pt x="256222" y="132398"/>
                  </a:lnTo>
                  <a:lnTo>
                    <a:pt x="264795" y="129540"/>
                  </a:lnTo>
                  <a:lnTo>
                    <a:pt x="270510" y="125730"/>
                  </a:lnTo>
                  <a:lnTo>
                    <a:pt x="275272" y="120015"/>
                  </a:lnTo>
                  <a:lnTo>
                    <a:pt x="285750" y="107633"/>
                  </a:lnTo>
                  <a:lnTo>
                    <a:pt x="287655" y="91440"/>
                  </a:lnTo>
                  <a:lnTo>
                    <a:pt x="286702" y="82868"/>
                  </a:lnTo>
                  <a:lnTo>
                    <a:pt x="280988" y="69533"/>
                  </a:lnTo>
                  <a:lnTo>
                    <a:pt x="287655" y="52388"/>
                  </a:lnTo>
                  <a:lnTo>
                    <a:pt x="292418" y="44768"/>
                  </a:lnTo>
                  <a:lnTo>
                    <a:pt x="310515" y="8573"/>
                  </a:lnTo>
                  <a:lnTo>
                    <a:pt x="314325" y="0"/>
                  </a:lnTo>
                  <a:lnTo>
                    <a:pt x="320993" y="5715"/>
                  </a:lnTo>
                  <a:lnTo>
                    <a:pt x="322897" y="11430"/>
                  </a:lnTo>
                  <a:lnTo>
                    <a:pt x="318135" y="26670"/>
                  </a:lnTo>
                  <a:lnTo>
                    <a:pt x="318135" y="34290"/>
                  </a:lnTo>
                  <a:lnTo>
                    <a:pt x="322897" y="41910"/>
                  </a:lnTo>
                  <a:lnTo>
                    <a:pt x="318135" y="55245"/>
                  </a:lnTo>
                  <a:lnTo>
                    <a:pt x="330518" y="88583"/>
                  </a:lnTo>
                  <a:lnTo>
                    <a:pt x="339090" y="110490"/>
                  </a:lnTo>
                  <a:lnTo>
                    <a:pt x="340043" y="117158"/>
                  </a:lnTo>
                  <a:lnTo>
                    <a:pt x="326707" y="129540"/>
                  </a:lnTo>
                  <a:lnTo>
                    <a:pt x="320040" y="133350"/>
                  </a:lnTo>
                  <a:lnTo>
                    <a:pt x="302895" y="138112"/>
                  </a:lnTo>
                  <a:lnTo>
                    <a:pt x="296227" y="140970"/>
                  </a:lnTo>
                  <a:lnTo>
                    <a:pt x="285750" y="151448"/>
                  </a:lnTo>
                  <a:lnTo>
                    <a:pt x="277177" y="165735"/>
                  </a:lnTo>
                  <a:lnTo>
                    <a:pt x="275272" y="172403"/>
                  </a:lnTo>
                  <a:lnTo>
                    <a:pt x="271462" y="178118"/>
                  </a:lnTo>
                  <a:lnTo>
                    <a:pt x="238125" y="187643"/>
                  </a:lnTo>
                  <a:lnTo>
                    <a:pt x="222885" y="193358"/>
                  </a:lnTo>
                  <a:lnTo>
                    <a:pt x="215265" y="197168"/>
                  </a:lnTo>
                  <a:lnTo>
                    <a:pt x="212407" y="205740"/>
                  </a:lnTo>
                  <a:lnTo>
                    <a:pt x="213360" y="218123"/>
                  </a:lnTo>
                  <a:lnTo>
                    <a:pt x="185738" y="265748"/>
                  </a:lnTo>
                  <a:lnTo>
                    <a:pt x="176212" y="278130"/>
                  </a:lnTo>
                  <a:lnTo>
                    <a:pt x="168593" y="287655"/>
                  </a:lnTo>
                  <a:lnTo>
                    <a:pt x="156210" y="296228"/>
                  </a:lnTo>
                  <a:lnTo>
                    <a:pt x="139065" y="300038"/>
                  </a:lnTo>
                  <a:lnTo>
                    <a:pt x="125730" y="309562"/>
                  </a:lnTo>
                  <a:lnTo>
                    <a:pt x="117157" y="326708"/>
                  </a:lnTo>
                  <a:lnTo>
                    <a:pt x="106680" y="340043"/>
                  </a:lnTo>
                  <a:lnTo>
                    <a:pt x="92393" y="351473"/>
                  </a:lnTo>
                  <a:lnTo>
                    <a:pt x="77152" y="360998"/>
                  </a:lnTo>
                  <a:lnTo>
                    <a:pt x="63818" y="367665"/>
                  </a:lnTo>
                  <a:lnTo>
                    <a:pt x="48577" y="373380"/>
                  </a:lnTo>
                  <a:lnTo>
                    <a:pt x="44768" y="379095"/>
                  </a:lnTo>
                  <a:lnTo>
                    <a:pt x="41910" y="386715"/>
                  </a:lnTo>
                  <a:lnTo>
                    <a:pt x="35243" y="391478"/>
                  </a:lnTo>
                  <a:lnTo>
                    <a:pt x="26670" y="392430"/>
                  </a:lnTo>
                  <a:lnTo>
                    <a:pt x="12382" y="401003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10541318" y="3819525"/>
              <a:ext cx="175260" cy="200978"/>
            </a:xfrm>
            <a:custGeom>
              <a:avLst/>
              <a:gdLst/>
              <a:ahLst/>
              <a:cxnLst/>
              <a:rect l="l" t="t" r="r" b="b"/>
              <a:pathLst>
                <a:path w="175260" h="200978">
                  <a:moveTo>
                    <a:pt x="83820" y="40005"/>
                  </a:moveTo>
                  <a:lnTo>
                    <a:pt x="99060" y="46672"/>
                  </a:lnTo>
                  <a:lnTo>
                    <a:pt x="116205" y="40005"/>
                  </a:lnTo>
                  <a:lnTo>
                    <a:pt x="130493" y="40958"/>
                  </a:lnTo>
                  <a:lnTo>
                    <a:pt x="142875" y="50483"/>
                  </a:lnTo>
                  <a:lnTo>
                    <a:pt x="139065" y="56197"/>
                  </a:lnTo>
                  <a:lnTo>
                    <a:pt x="139065" y="62865"/>
                  </a:lnTo>
                  <a:lnTo>
                    <a:pt x="166688" y="49530"/>
                  </a:lnTo>
                  <a:lnTo>
                    <a:pt x="175260" y="49530"/>
                  </a:lnTo>
                  <a:lnTo>
                    <a:pt x="175260" y="62865"/>
                  </a:lnTo>
                  <a:lnTo>
                    <a:pt x="172402" y="74295"/>
                  </a:lnTo>
                  <a:lnTo>
                    <a:pt x="169545" y="83820"/>
                  </a:lnTo>
                  <a:lnTo>
                    <a:pt x="163830" y="96203"/>
                  </a:lnTo>
                  <a:lnTo>
                    <a:pt x="155257" y="107633"/>
                  </a:lnTo>
                  <a:lnTo>
                    <a:pt x="144780" y="115253"/>
                  </a:lnTo>
                  <a:lnTo>
                    <a:pt x="132397" y="120967"/>
                  </a:lnTo>
                  <a:lnTo>
                    <a:pt x="125730" y="124778"/>
                  </a:lnTo>
                  <a:lnTo>
                    <a:pt x="123825" y="132397"/>
                  </a:lnTo>
                  <a:lnTo>
                    <a:pt x="123825" y="140017"/>
                  </a:lnTo>
                  <a:lnTo>
                    <a:pt x="120968" y="148590"/>
                  </a:lnTo>
                  <a:lnTo>
                    <a:pt x="107632" y="151447"/>
                  </a:lnTo>
                  <a:lnTo>
                    <a:pt x="86677" y="166688"/>
                  </a:lnTo>
                  <a:lnTo>
                    <a:pt x="42862" y="176212"/>
                  </a:lnTo>
                  <a:lnTo>
                    <a:pt x="30480" y="181928"/>
                  </a:lnTo>
                  <a:lnTo>
                    <a:pt x="21907" y="191453"/>
                  </a:lnTo>
                  <a:lnTo>
                    <a:pt x="14288" y="198120"/>
                  </a:lnTo>
                  <a:lnTo>
                    <a:pt x="8572" y="200978"/>
                  </a:lnTo>
                  <a:lnTo>
                    <a:pt x="6668" y="196215"/>
                  </a:lnTo>
                  <a:lnTo>
                    <a:pt x="6668" y="194310"/>
                  </a:lnTo>
                  <a:lnTo>
                    <a:pt x="12382" y="173355"/>
                  </a:lnTo>
                  <a:lnTo>
                    <a:pt x="11430" y="164783"/>
                  </a:lnTo>
                  <a:lnTo>
                    <a:pt x="8572" y="157162"/>
                  </a:lnTo>
                  <a:lnTo>
                    <a:pt x="9525" y="141922"/>
                  </a:lnTo>
                  <a:lnTo>
                    <a:pt x="18097" y="126683"/>
                  </a:lnTo>
                  <a:lnTo>
                    <a:pt x="21907" y="109538"/>
                  </a:lnTo>
                  <a:lnTo>
                    <a:pt x="23812" y="78105"/>
                  </a:lnTo>
                  <a:lnTo>
                    <a:pt x="29527" y="35242"/>
                  </a:lnTo>
                  <a:lnTo>
                    <a:pt x="29527" y="30480"/>
                  </a:lnTo>
                  <a:lnTo>
                    <a:pt x="24765" y="24765"/>
                  </a:lnTo>
                  <a:lnTo>
                    <a:pt x="6668" y="19050"/>
                  </a:lnTo>
                  <a:lnTo>
                    <a:pt x="0" y="15240"/>
                  </a:lnTo>
                  <a:lnTo>
                    <a:pt x="4762" y="6667"/>
                  </a:lnTo>
                  <a:lnTo>
                    <a:pt x="9525" y="0"/>
                  </a:lnTo>
                  <a:lnTo>
                    <a:pt x="19050" y="0"/>
                  </a:lnTo>
                  <a:lnTo>
                    <a:pt x="27622" y="5715"/>
                  </a:lnTo>
                  <a:lnTo>
                    <a:pt x="55245" y="18097"/>
                  </a:lnTo>
                  <a:lnTo>
                    <a:pt x="70485" y="27622"/>
                  </a:lnTo>
                  <a:lnTo>
                    <a:pt x="83820" y="40005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10611802" y="3944302"/>
              <a:ext cx="160973" cy="267652"/>
            </a:xfrm>
            <a:custGeom>
              <a:avLst/>
              <a:gdLst/>
              <a:ahLst/>
              <a:cxnLst/>
              <a:rect l="l" t="t" r="r" b="b"/>
              <a:pathLst>
                <a:path w="160973" h="267652">
                  <a:moveTo>
                    <a:pt x="100012" y="265747"/>
                  </a:moveTo>
                  <a:lnTo>
                    <a:pt x="92393" y="267652"/>
                  </a:lnTo>
                  <a:lnTo>
                    <a:pt x="80962" y="265747"/>
                  </a:lnTo>
                  <a:lnTo>
                    <a:pt x="75248" y="259080"/>
                  </a:lnTo>
                  <a:lnTo>
                    <a:pt x="64770" y="230505"/>
                  </a:lnTo>
                  <a:lnTo>
                    <a:pt x="50483" y="222885"/>
                  </a:lnTo>
                  <a:lnTo>
                    <a:pt x="37148" y="218122"/>
                  </a:lnTo>
                  <a:lnTo>
                    <a:pt x="28575" y="213360"/>
                  </a:lnTo>
                  <a:lnTo>
                    <a:pt x="21908" y="208597"/>
                  </a:lnTo>
                  <a:lnTo>
                    <a:pt x="953" y="179070"/>
                  </a:lnTo>
                  <a:lnTo>
                    <a:pt x="0" y="160972"/>
                  </a:lnTo>
                  <a:lnTo>
                    <a:pt x="2858" y="150495"/>
                  </a:lnTo>
                  <a:lnTo>
                    <a:pt x="9525" y="141922"/>
                  </a:lnTo>
                  <a:lnTo>
                    <a:pt x="16193" y="139065"/>
                  </a:lnTo>
                  <a:lnTo>
                    <a:pt x="34290" y="139065"/>
                  </a:lnTo>
                  <a:lnTo>
                    <a:pt x="42862" y="138112"/>
                  </a:lnTo>
                  <a:lnTo>
                    <a:pt x="62865" y="123825"/>
                  </a:lnTo>
                  <a:lnTo>
                    <a:pt x="64770" y="120015"/>
                  </a:lnTo>
                  <a:lnTo>
                    <a:pt x="64770" y="98107"/>
                  </a:lnTo>
                  <a:lnTo>
                    <a:pt x="61912" y="81915"/>
                  </a:lnTo>
                  <a:lnTo>
                    <a:pt x="58103" y="67627"/>
                  </a:lnTo>
                  <a:lnTo>
                    <a:pt x="62865" y="60960"/>
                  </a:lnTo>
                  <a:lnTo>
                    <a:pt x="70485" y="54292"/>
                  </a:lnTo>
                  <a:lnTo>
                    <a:pt x="77153" y="40005"/>
                  </a:lnTo>
                  <a:lnTo>
                    <a:pt x="78105" y="30480"/>
                  </a:lnTo>
                  <a:lnTo>
                    <a:pt x="78105" y="20955"/>
                  </a:lnTo>
                  <a:lnTo>
                    <a:pt x="80010" y="14288"/>
                  </a:lnTo>
                  <a:lnTo>
                    <a:pt x="86678" y="11430"/>
                  </a:lnTo>
                  <a:lnTo>
                    <a:pt x="112395" y="0"/>
                  </a:lnTo>
                  <a:lnTo>
                    <a:pt x="118110" y="0"/>
                  </a:lnTo>
                  <a:lnTo>
                    <a:pt x="152400" y="9525"/>
                  </a:lnTo>
                  <a:lnTo>
                    <a:pt x="160020" y="23812"/>
                  </a:lnTo>
                  <a:lnTo>
                    <a:pt x="160973" y="29527"/>
                  </a:lnTo>
                  <a:lnTo>
                    <a:pt x="155258" y="45720"/>
                  </a:lnTo>
                  <a:lnTo>
                    <a:pt x="149543" y="57150"/>
                  </a:lnTo>
                  <a:lnTo>
                    <a:pt x="139065" y="73342"/>
                  </a:lnTo>
                  <a:lnTo>
                    <a:pt x="129540" y="92392"/>
                  </a:lnTo>
                  <a:lnTo>
                    <a:pt x="123825" y="120015"/>
                  </a:lnTo>
                  <a:lnTo>
                    <a:pt x="120015" y="128588"/>
                  </a:lnTo>
                  <a:lnTo>
                    <a:pt x="108585" y="145732"/>
                  </a:lnTo>
                  <a:lnTo>
                    <a:pt x="104775" y="156210"/>
                  </a:lnTo>
                  <a:lnTo>
                    <a:pt x="104775" y="175260"/>
                  </a:lnTo>
                  <a:lnTo>
                    <a:pt x="102870" y="182880"/>
                  </a:lnTo>
                  <a:lnTo>
                    <a:pt x="102870" y="190500"/>
                  </a:lnTo>
                  <a:lnTo>
                    <a:pt x="124778" y="224790"/>
                  </a:lnTo>
                  <a:lnTo>
                    <a:pt x="126683" y="230505"/>
                  </a:lnTo>
                  <a:lnTo>
                    <a:pt x="126683" y="237172"/>
                  </a:lnTo>
                  <a:lnTo>
                    <a:pt x="122873" y="243840"/>
                  </a:lnTo>
                  <a:lnTo>
                    <a:pt x="114300" y="258127"/>
                  </a:lnTo>
                  <a:lnTo>
                    <a:pt x="108585" y="261938"/>
                  </a:lnTo>
                  <a:lnTo>
                    <a:pt x="100012" y="265747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10874692" y="3870008"/>
              <a:ext cx="132397" cy="206692"/>
            </a:xfrm>
            <a:custGeom>
              <a:avLst/>
              <a:gdLst/>
              <a:ahLst/>
              <a:cxnLst/>
              <a:rect l="l" t="t" r="r" b="b"/>
              <a:pathLst>
                <a:path w="132397" h="206692">
                  <a:moveTo>
                    <a:pt x="35243" y="26670"/>
                  </a:moveTo>
                  <a:lnTo>
                    <a:pt x="46672" y="30480"/>
                  </a:lnTo>
                  <a:lnTo>
                    <a:pt x="58102" y="29527"/>
                  </a:lnTo>
                  <a:lnTo>
                    <a:pt x="70485" y="18097"/>
                  </a:lnTo>
                  <a:lnTo>
                    <a:pt x="84772" y="21908"/>
                  </a:lnTo>
                  <a:lnTo>
                    <a:pt x="95250" y="37147"/>
                  </a:lnTo>
                  <a:lnTo>
                    <a:pt x="99060" y="44767"/>
                  </a:lnTo>
                  <a:lnTo>
                    <a:pt x="101918" y="54292"/>
                  </a:lnTo>
                  <a:lnTo>
                    <a:pt x="100012" y="80010"/>
                  </a:lnTo>
                  <a:lnTo>
                    <a:pt x="96202" y="101917"/>
                  </a:lnTo>
                  <a:lnTo>
                    <a:pt x="99060" y="107633"/>
                  </a:lnTo>
                  <a:lnTo>
                    <a:pt x="107632" y="111442"/>
                  </a:lnTo>
                  <a:lnTo>
                    <a:pt x="112395" y="117158"/>
                  </a:lnTo>
                  <a:lnTo>
                    <a:pt x="117157" y="122872"/>
                  </a:lnTo>
                  <a:lnTo>
                    <a:pt x="120968" y="129540"/>
                  </a:lnTo>
                  <a:lnTo>
                    <a:pt x="121920" y="147638"/>
                  </a:lnTo>
                  <a:lnTo>
                    <a:pt x="130493" y="162877"/>
                  </a:lnTo>
                  <a:lnTo>
                    <a:pt x="132397" y="168592"/>
                  </a:lnTo>
                  <a:lnTo>
                    <a:pt x="129540" y="175260"/>
                  </a:lnTo>
                  <a:lnTo>
                    <a:pt x="115252" y="173355"/>
                  </a:lnTo>
                  <a:lnTo>
                    <a:pt x="114300" y="178117"/>
                  </a:lnTo>
                  <a:lnTo>
                    <a:pt x="114300" y="184785"/>
                  </a:lnTo>
                  <a:lnTo>
                    <a:pt x="109538" y="180975"/>
                  </a:lnTo>
                  <a:lnTo>
                    <a:pt x="101918" y="166688"/>
                  </a:lnTo>
                  <a:lnTo>
                    <a:pt x="93345" y="160020"/>
                  </a:lnTo>
                  <a:lnTo>
                    <a:pt x="96202" y="182880"/>
                  </a:lnTo>
                  <a:lnTo>
                    <a:pt x="97155" y="195262"/>
                  </a:lnTo>
                  <a:lnTo>
                    <a:pt x="99060" y="206692"/>
                  </a:lnTo>
                  <a:lnTo>
                    <a:pt x="84772" y="197167"/>
                  </a:lnTo>
                  <a:lnTo>
                    <a:pt x="68580" y="191452"/>
                  </a:lnTo>
                  <a:lnTo>
                    <a:pt x="64770" y="187642"/>
                  </a:lnTo>
                  <a:lnTo>
                    <a:pt x="65722" y="173355"/>
                  </a:lnTo>
                  <a:lnTo>
                    <a:pt x="65722" y="165735"/>
                  </a:lnTo>
                  <a:lnTo>
                    <a:pt x="59055" y="150495"/>
                  </a:lnTo>
                  <a:lnTo>
                    <a:pt x="67627" y="117158"/>
                  </a:lnTo>
                  <a:lnTo>
                    <a:pt x="67627" y="110490"/>
                  </a:lnTo>
                  <a:lnTo>
                    <a:pt x="65722" y="103822"/>
                  </a:lnTo>
                  <a:lnTo>
                    <a:pt x="59055" y="89535"/>
                  </a:lnTo>
                  <a:lnTo>
                    <a:pt x="47625" y="79058"/>
                  </a:lnTo>
                  <a:lnTo>
                    <a:pt x="42862" y="79058"/>
                  </a:lnTo>
                  <a:lnTo>
                    <a:pt x="25718" y="86677"/>
                  </a:lnTo>
                  <a:lnTo>
                    <a:pt x="18097" y="83820"/>
                  </a:lnTo>
                  <a:lnTo>
                    <a:pt x="13335" y="52388"/>
                  </a:lnTo>
                  <a:lnTo>
                    <a:pt x="8572" y="21908"/>
                  </a:lnTo>
                  <a:lnTo>
                    <a:pt x="2857" y="14288"/>
                  </a:lnTo>
                  <a:lnTo>
                    <a:pt x="0" y="5715"/>
                  </a:lnTo>
                  <a:lnTo>
                    <a:pt x="2857" y="0"/>
                  </a:lnTo>
                  <a:lnTo>
                    <a:pt x="9525" y="1905"/>
                  </a:lnTo>
                  <a:lnTo>
                    <a:pt x="18097" y="9525"/>
                  </a:lnTo>
                  <a:lnTo>
                    <a:pt x="27622" y="15240"/>
                  </a:lnTo>
                  <a:lnTo>
                    <a:pt x="33338" y="18097"/>
                  </a:lnTo>
                  <a:lnTo>
                    <a:pt x="35243" y="26670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10871835" y="3727132"/>
              <a:ext cx="200977" cy="209550"/>
            </a:xfrm>
            <a:custGeom>
              <a:avLst/>
              <a:gdLst/>
              <a:ahLst/>
              <a:cxnLst/>
              <a:rect l="l" t="t" r="r" b="b"/>
              <a:pathLst>
                <a:path w="200977" h="209550">
                  <a:moveTo>
                    <a:pt x="130492" y="5715"/>
                  </a:moveTo>
                  <a:lnTo>
                    <a:pt x="140017" y="16192"/>
                  </a:lnTo>
                  <a:lnTo>
                    <a:pt x="142875" y="24765"/>
                  </a:lnTo>
                  <a:lnTo>
                    <a:pt x="141922" y="34290"/>
                  </a:lnTo>
                  <a:lnTo>
                    <a:pt x="145732" y="38100"/>
                  </a:lnTo>
                  <a:lnTo>
                    <a:pt x="154305" y="40005"/>
                  </a:lnTo>
                  <a:lnTo>
                    <a:pt x="163830" y="43815"/>
                  </a:lnTo>
                  <a:lnTo>
                    <a:pt x="172402" y="52388"/>
                  </a:lnTo>
                  <a:lnTo>
                    <a:pt x="166688" y="59055"/>
                  </a:lnTo>
                  <a:lnTo>
                    <a:pt x="167640" y="70485"/>
                  </a:lnTo>
                  <a:lnTo>
                    <a:pt x="160972" y="85725"/>
                  </a:lnTo>
                  <a:lnTo>
                    <a:pt x="160972" y="110490"/>
                  </a:lnTo>
                  <a:lnTo>
                    <a:pt x="166688" y="118110"/>
                  </a:lnTo>
                  <a:lnTo>
                    <a:pt x="166688" y="124777"/>
                  </a:lnTo>
                  <a:lnTo>
                    <a:pt x="164782" y="135255"/>
                  </a:lnTo>
                  <a:lnTo>
                    <a:pt x="167640" y="140017"/>
                  </a:lnTo>
                  <a:lnTo>
                    <a:pt x="179070" y="163830"/>
                  </a:lnTo>
                  <a:lnTo>
                    <a:pt x="181927" y="172402"/>
                  </a:lnTo>
                  <a:lnTo>
                    <a:pt x="177165" y="177165"/>
                  </a:lnTo>
                  <a:lnTo>
                    <a:pt x="176212" y="182880"/>
                  </a:lnTo>
                  <a:lnTo>
                    <a:pt x="184785" y="184785"/>
                  </a:lnTo>
                  <a:lnTo>
                    <a:pt x="194310" y="194310"/>
                  </a:lnTo>
                  <a:lnTo>
                    <a:pt x="200977" y="206692"/>
                  </a:lnTo>
                  <a:lnTo>
                    <a:pt x="200025" y="209550"/>
                  </a:lnTo>
                  <a:lnTo>
                    <a:pt x="191452" y="200025"/>
                  </a:lnTo>
                  <a:lnTo>
                    <a:pt x="184785" y="198120"/>
                  </a:lnTo>
                  <a:lnTo>
                    <a:pt x="157162" y="200977"/>
                  </a:lnTo>
                  <a:lnTo>
                    <a:pt x="140017" y="197167"/>
                  </a:lnTo>
                  <a:lnTo>
                    <a:pt x="129540" y="195262"/>
                  </a:lnTo>
                  <a:lnTo>
                    <a:pt x="120015" y="179070"/>
                  </a:lnTo>
                  <a:lnTo>
                    <a:pt x="110490" y="176212"/>
                  </a:lnTo>
                  <a:lnTo>
                    <a:pt x="101917" y="169545"/>
                  </a:lnTo>
                  <a:lnTo>
                    <a:pt x="89535" y="150495"/>
                  </a:lnTo>
                  <a:lnTo>
                    <a:pt x="86677" y="139065"/>
                  </a:lnTo>
                  <a:lnTo>
                    <a:pt x="95250" y="127635"/>
                  </a:lnTo>
                  <a:lnTo>
                    <a:pt x="98107" y="120015"/>
                  </a:lnTo>
                  <a:lnTo>
                    <a:pt x="98107" y="110490"/>
                  </a:lnTo>
                  <a:lnTo>
                    <a:pt x="87630" y="111442"/>
                  </a:lnTo>
                  <a:lnTo>
                    <a:pt x="80962" y="108585"/>
                  </a:lnTo>
                  <a:lnTo>
                    <a:pt x="73342" y="99060"/>
                  </a:lnTo>
                  <a:lnTo>
                    <a:pt x="70485" y="92392"/>
                  </a:lnTo>
                  <a:lnTo>
                    <a:pt x="62865" y="87630"/>
                  </a:lnTo>
                  <a:lnTo>
                    <a:pt x="53340" y="75247"/>
                  </a:lnTo>
                  <a:lnTo>
                    <a:pt x="38100" y="70485"/>
                  </a:lnTo>
                  <a:lnTo>
                    <a:pt x="33338" y="67627"/>
                  </a:lnTo>
                  <a:lnTo>
                    <a:pt x="20955" y="58102"/>
                  </a:lnTo>
                  <a:lnTo>
                    <a:pt x="13335" y="45720"/>
                  </a:lnTo>
                  <a:lnTo>
                    <a:pt x="5715" y="23812"/>
                  </a:lnTo>
                  <a:lnTo>
                    <a:pt x="0" y="0"/>
                  </a:lnTo>
                  <a:lnTo>
                    <a:pt x="38100" y="5715"/>
                  </a:lnTo>
                  <a:lnTo>
                    <a:pt x="75247" y="5715"/>
                  </a:lnTo>
                  <a:lnTo>
                    <a:pt x="118110" y="0"/>
                  </a:lnTo>
                  <a:lnTo>
                    <a:pt x="130492" y="5715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10327958" y="3596640"/>
              <a:ext cx="165735" cy="179070"/>
            </a:xfrm>
            <a:custGeom>
              <a:avLst/>
              <a:gdLst/>
              <a:ahLst/>
              <a:cxnLst/>
              <a:rect l="l" t="t" r="r" b="b"/>
              <a:pathLst>
                <a:path w="165735" h="179070">
                  <a:moveTo>
                    <a:pt x="49530" y="5715"/>
                  </a:moveTo>
                  <a:lnTo>
                    <a:pt x="56198" y="6667"/>
                  </a:lnTo>
                  <a:lnTo>
                    <a:pt x="80010" y="2857"/>
                  </a:lnTo>
                  <a:lnTo>
                    <a:pt x="88582" y="3810"/>
                  </a:lnTo>
                  <a:lnTo>
                    <a:pt x="93345" y="12382"/>
                  </a:lnTo>
                  <a:lnTo>
                    <a:pt x="101918" y="15240"/>
                  </a:lnTo>
                  <a:lnTo>
                    <a:pt x="107632" y="19050"/>
                  </a:lnTo>
                  <a:lnTo>
                    <a:pt x="119062" y="12382"/>
                  </a:lnTo>
                  <a:lnTo>
                    <a:pt x="129540" y="20002"/>
                  </a:lnTo>
                  <a:lnTo>
                    <a:pt x="140970" y="34290"/>
                  </a:lnTo>
                  <a:lnTo>
                    <a:pt x="151448" y="44767"/>
                  </a:lnTo>
                  <a:lnTo>
                    <a:pt x="162878" y="53340"/>
                  </a:lnTo>
                  <a:lnTo>
                    <a:pt x="165735" y="59055"/>
                  </a:lnTo>
                  <a:lnTo>
                    <a:pt x="158115" y="68580"/>
                  </a:lnTo>
                  <a:lnTo>
                    <a:pt x="156210" y="80962"/>
                  </a:lnTo>
                  <a:lnTo>
                    <a:pt x="157162" y="93345"/>
                  </a:lnTo>
                  <a:lnTo>
                    <a:pt x="165735" y="120967"/>
                  </a:lnTo>
                  <a:lnTo>
                    <a:pt x="162878" y="129540"/>
                  </a:lnTo>
                  <a:lnTo>
                    <a:pt x="154305" y="139065"/>
                  </a:lnTo>
                  <a:lnTo>
                    <a:pt x="147638" y="151447"/>
                  </a:lnTo>
                  <a:lnTo>
                    <a:pt x="148590" y="155257"/>
                  </a:lnTo>
                  <a:lnTo>
                    <a:pt x="145732" y="159067"/>
                  </a:lnTo>
                  <a:lnTo>
                    <a:pt x="145732" y="167640"/>
                  </a:lnTo>
                  <a:lnTo>
                    <a:pt x="140970" y="166688"/>
                  </a:lnTo>
                  <a:lnTo>
                    <a:pt x="135255" y="167640"/>
                  </a:lnTo>
                  <a:lnTo>
                    <a:pt x="131445" y="170497"/>
                  </a:lnTo>
                  <a:lnTo>
                    <a:pt x="123825" y="179070"/>
                  </a:lnTo>
                  <a:lnTo>
                    <a:pt x="111443" y="176212"/>
                  </a:lnTo>
                  <a:lnTo>
                    <a:pt x="107632" y="174307"/>
                  </a:lnTo>
                  <a:lnTo>
                    <a:pt x="106680" y="167640"/>
                  </a:lnTo>
                  <a:lnTo>
                    <a:pt x="101918" y="161925"/>
                  </a:lnTo>
                  <a:lnTo>
                    <a:pt x="98107" y="159067"/>
                  </a:lnTo>
                  <a:lnTo>
                    <a:pt x="85725" y="146685"/>
                  </a:lnTo>
                  <a:lnTo>
                    <a:pt x="80010" y="139065"/>
                  </a:lnTo>
                  <a:lnTo>
                    <a:pt x="80010" y="129540"/>
                  </a:lnTo>
                  <a:lnTo>
                    <a:pt x="77153" y="119062"/>
                  </a:lnTo>
                  <a:lnTo>
                    <a:pt x="71438" y="112395"/>
                  </a:lnTo>
                  <a:lnTo>
                    <a:pt x="63818" y="105727"/>
                  </a:lnTo>
                  <a:lnTo>
                    <a:pt x="60960" y="100012"/>
                  </a:lnTo>
                  <a:lnTo>
                    <a:pt x="59055" y="93345"/>
                  </a:lnTo>
                  <a:lnTo>
                    <a:pt x="59055" y="75247"/>
                  </a:lnTo>
                  <a:lnTo>
                    <a:pt x="46673" y="53340"/>
                  </a:lnTo>
                  <a:lnTo>
                    <a:pt x="42862" y="47625"/>
                  </a:lnTo>
                  <a:lnTo>
                    <a:pt x="31432" y="42862"/>
                  </a:lnTo>
                  <a:lnTo>
                    <a:pt x="23812" y="35242"/>
                  </a:lnTo>
                  <a:lnTo>
                    <a:pt x="19050" y="28575"/>
                  </a:lnTo>
                  <a:lnTo>
                    <a:pt x="17145" y="18097"/>
                  </a:lnTo>
                  <a:lnTo>
                    <a:pt x="14288" y="15240"/>
                  </a:lnTo>
                  <a:lnTo>
                    <a:pt x="6668" y="16192"/>
                  </a:lnTo>
                  <a:lnTo>
                    <a:pt x="0" y="15240"/>
                  </a:lnTo>
                  <a:lnTo>
                    <a:pt x="1905" y="6667"/>
                  </a:lnTo>
                  <a:lnTo>
                    <a:pt x="8573" y="0"/>
                  </a:lnTo>
                  <a:lnTo>
                    <a:pt x="18098" y="0"/>
                  </a:lnTo>
                  <a:lnTo>
                    <a:pt x="42862" y="2857"/>
                  </a:lnTo>
                  <a:lnTo>
                    <a:pt x="49530" y="5715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11366182" y="5840730"/>
              <a:ext cx="368618" cy="131445"/>
            </a:xfrm>
            <a:custGeom>
              <a:avLst/>
              <a:gdLst/>
              <a:ahLst/>
              <a:cxnLst/>
              <a:rect l="l" t="t" r="r" b="b"/>
              <a:pathLst>
                <a:path w="368618" h="131445">
                  <a:moveTo>
                    <a:pt x="257175" y="11430"/>
                  </a:moveTo>
                  <a:lnTo>
                    <a:pt x="288607" y="26670"/>
                  </a:lnTo>
                  <a:lnTo>
                    <a:pt x="305753" y="27622"/>
                  </a:lnTo>
                  <a:lnTo>
                    <a:pt x="334328" y="26670"/>
                  </a:lnTo>
                  <a:lnTo>
                    <a:pt x="343853" y="27622"/>
                  </a:lnTo>
                  <a:lnTo>
                    <a:pt x="368618" y="46672"/>
                  </a:lnTo>
                  <a:lnTo>
                    <a:pt x="368618" y="131445"/>
                  </a:lnTo>
                  <a:lnTo>
                    <a:pt x="340995" y="116205"/>
                  </a:lnTo>
                  <a:lnTo>
                    <a:pt x="328612" y="109538"/>
                  </a:lnTo>
                  <a:lnTo>
                    <a:pt x="294323" y="94297"/>
                  </a:lnTo>
                  <a:lnTo>
                    <a:pt x="288607" y="89535"/>
                  </a:lnTo>
                  <a:lnTo>
                    <a:pt x="284798" y="82867"/>
                  </a:lnTo>
                  <a:lnTo>
                    <a:pt x="269557" y="75247"/>
                  </a:lnTo>
                  <a:lnTo>
                    <a:pt x="240982" y="73342"/>
                  </a:lnTo>
                  <a:lnTo>
                    <a:pt x="229553" y="73342"/>
                  </a:lnTo>
                  <a:lnTo>
                    <a:pt x="223838" y="75247"/>
                  </a:lnTo>
                  <a:lnTo>
                    <a:pt x="225743" y="79057"/>
                  </a:lnTo>
                  <a:lnTo>
                    <a:pt x="225743" y="88582"/>
                  </a:lnTo>
                  <a:lnTo>
                    <a:pt x="218123" y="91440"/>
                  </a:lnTo>
                  <a:lnTo>
                    <a:pt x="199073" y="85725"/>
                  </a:lnTo>
                  <a:lnTo>
                    <a:pt x="182880" y="82867"/>
                  </a:lnTo>
                  <a:lnTo>
                    <a:pt x="168593" y="77152"/>
                  </a:lnTo>
                  <a:lnTo>
                    <a:pt x="149543" y="75247"/>
                  </a:lnTo>
                  <a:lnTo>
                    <a:pt x="146685" y="70485"/>
                  </a:lnTo>
                  <a:lnTo>
                    <a:pt x="148590" y="66675"/>
                  </a:lnTo>
                  <a:lnTo>
                    <a:pt x="148590" y="62865"/>
                  </a:lnTo>
                  <a:lnTo>
                    <a:pt x="143828" y="60960"/>
                  </a:lnTo>
                  <a:lnTo>
                    <a:pt x="134303" y="62865"/>
                  </a:lnTo>
                  <a:lnTo>
                    <a:pt x="126682" y="64770"/>
                  </a:lnTo>
                  <a:lnTo>
                    <a:pt x="119062" y="70485"/>
                  </a:lnTo>
                  <a:lnTo>
                    <a:pt x="109538" y="84772"/>
                  </a:lnTo>
                  <a:lnTo>
                    <a:pt x="104775" y="88582"/>
                  </a:lnTo>
                  <a:lnTo>
                    <a:pt x="87630" y="91440"/>
                  </a:lnTo>
                  <a:lnTo>
                    <a:pt x="80962" y="89535"/>
                  </a:lnTo>
                  <a:lnTo>
                    <a:pt x="74295" y="87630"/>
                  </a:lnTo>
                  <a:lnTo>
                    <a:pt x="55245" y="62865"/>
                  </a:lnTo>
                  <a:lnTo>
                    <a:pt x="47625" y="57150"/>
                  </a:lnTo>
                  <a:lnTo>
                    <a:pt x="40957" y="52388"/>
                  </a:lnTo>
                  <a:lnTo>
                    <a:pt x="34290" y="51435"/>
                  </a:lnTo>
                  <a:lnTo>
                    <a:pt x="27623" y="54292"/>
                  </a:lnTo>
                  <a:lnTo>
                    <a:pt x="24765" y="62865"/>
                  </a:lnTo>
                  <a:lnTo>
                    <a:pt x="21907" y="70485"/>
                  </a:lnTo>
                  <a:lnTo>
                    <a:pt x="20003" y="76200"/>
                  </a:lnTo>
                  <a:lnTo>
                    <a:pt x="12382" y="89535"/>
                  </a:lnTo>
                  <a:lnTo>
                    <a:pt x="5715" y="100012"/>
                  </a:lnTo>
                  <a:lnTo>
                    <a:pt x="2857" y="98107"/>
                  </a:lnTo>
                  <a:lnTo>
                    <a:pt x="6668" y="84772"/>
                  </a:lnTo>
                  <a:lnTo>
                    <a:pt x="6668" y="76200"/>
                  </a:lnTo>
                  <a:lnTo>
                    <a:pt x="2857" y="67627"/>
                  </a:lnTo>
                  <a:lnTo>
                    <a:pt x="0" y="60007"/>
                  </a:lnTo>
                  <a:lnTo>
                    <a:pt x="31432" y="20002"/>
                  </a:lnTo>
                  <a:lnTo>
                    <a:pt x="43815" y="11430"/>
                  </a:lnTo>
                  <a:lnTo>
                    <a:pt x="94298" y="7620"/>
                  </a:lnTo>
                  <a:lnTo>
                    <a:pt x="124778" y="10477"/>
                  </a:lnTo>
                  <a:lnTo>
                    <a:pt x="141923" y="8572"/>
                  </a:lnTo>
                  <a:lnTo>
                    <a:pt x="152400" y="5715"/>
                  </a:lnTo>
                  <a:lnTo>
                    <a:pt x="161925" y="7620"/>
                  </a:lnTo>
                  <a:lnTo>
                    <a:pt x="163830" y="15240"/>
                  </a:lnTo>
                  <a:lnTo>
                    <a:pt x="170498" y="20955"/>
                  </a:lnTo>
                  <a:lnTo>
                    <a:pt x="177165" y="20002"/>
                  </a:lnTo>
                  <a:lnTo>
                    <a:pt x="192405" y="14288"/>
                  </a:lnTo>
                  <a:lnTo>
                    <a:pt x="204788" y="4762"/>
                  </a:lnTo>
                  <a:lnTo>
                    <a:pt x="213360" y="0"/>
                  </a:lnTo>
                  <a:lnTo>
                    <a:pt x="220028" y="0"/>
                  </a:lnTo>
                  <a:lnTo>
                    <a:pt x="228600" y="0"/>
                  </a:lnTo>
                  <a:lnTo>
                    <a:pt x="236220" y="2857"/>
                  </a:lnTo>
                  <a:lnTo>
                    <a:pt x="257175" y="11430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11110912" y="5879782"/>
              <a:ext cx="168593" cy="102870"/>
            </a:xfrm>
            <a:custGeom>
              <a:avLst/>
              <a:gdLst/>
              <a:ahLst/>
              <a:cxnLst/>
              <a:rect l="l" t="t" r="r" b="b"/>
              <a:pathLst>
                <a:path w="168593" h="102870">
                  <a:moveTo>
                    <a:pt x="114300" y="2858"/>
                  </a:moveTo>
                  <a:lnTo>
                    <a:pt x="138112" y="13335"/>
                  </a:lnTo>
                  <a:lnTo>
                    <a:pt x="141923" y="20955"/>
                  </a:lnTo>
                  <a:lnTo>
                    <a:pt x="146685" y="28575"/>
                  </a:lnTo>
                  <a:lnTo>
                    <a:pt x="151448" y="33338"/>
                  </a:lnTo>
                  <a:lnTo>
                    <a:pt x="156210" y="37148"/>
                  </a:lnTo>
                  <a:lnTo>
                    <a:pt x="165735" y="43815"/>
                  </a:lnTo>
                  <a:lnTo>
                    <a:pt x="168593" y="55245"/>
                  </a:lnTo>
                  <a:lnTo>
                    <a:pt x="165735" y="77153"/>
                  </a:lnTo>
                  <a:lnTo>
                    <a:pt x="156210" y="80010"/>
                  </a:lnTo>
                  <a:lnTo>
                    <a:pt x="146685" y="82868"/>
                  </a:lnTo>
                  <a:lnTo>
                    <a:pt x="125730" y="95250"/>
                  </a:lnTo>
                  <a:lnTo>
                    <a:pt x="116205" y="98108"/>
                  </a:lnTo>
                  <a:lnTo>
                    <a:pt x="106680" y="99060"/>
                  </a:lnTo>
                  <a:lnTo>
                    <a:pt x="98107" y="101918"/>
                  </a:lnTo>
                  <a:lnTo>
                    <a:pt x="91440" y="102870"/>
                  </a:lnTo>
                  <a:lnTo>
                    <a:pt x="72390" y="96203"/>
                  </a:lnTo>
                  <a:lnTo>
                    <a:pt x="52388" y="87630"/>
                  </a:lnTo>
                  <a:lnTo>
                    <a:pt x="26670" y="74295"/>
                  </a:lnTo>
                  <a:lnTo>
                    <a:pt x="20955" y="70485"/>
                  </a:lnTo>
                  <a:lnTo>
                    <a:pt x="17145" y="61912"/>
                  </a:lnTo>
                  <a:lnTo>
                    <a:pt x="4762" y="48578"/>
                  </a:lnTo>
                  <a:lnTo>
                    <a:pt x="1905" y="40005"/>
                  </a:lnTo>
                  <a:lnTo>
                    <a:pt x="0" y="13335"/>
                  </a:lnTo>
                  <a:lnTo>
                    <a:pt x="2857" y="8573"/>
                  </a:lnTo>
                  <a:lnTo>
                    <a:pt x="8573" y="5715"/>
                  </a:lnTo>
                  <a:lnTo>
                    <a:pt x="26670" y="11430"/>
                  </a:lnTo>
                  <a:lnTo>
                    <a:pt x="39052" y="3810"/>
                  </a:lnTo>
                  <a:lnTo>
                    <a:pt x="72390" y="0"/>
                  </a:lnTo>
                  <a:lnTo>
                    <a:pt x="107632" y="0"/>
                  </a:lnTo>
                  <a:lnTo>
                    <a:pt x="114300" y="2858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8234362" y="5663565"/>
              <a:ext cx="233362" cy="216217"/>
            </a:xfrm>
            <a:custGeom>
              <a:avLst/>
              <a:gdLst/>
              <a:ahLst/>
              <a:cxnLst/>
              <a:rect l="l" t="t" r="r" b="b"/>
              <a:pathLst>
                <a:path w="233362" h="216217">
                  <a:moveTo>
                    <a:pt x="125730" y="23812"/>
                  </a:moveTo>
                  <a:lnTo>
                    <a:pt x="131445" y="33338"/>
                  </a:lnTo>
                  <a:lnTo>
                    <a:pt x="138112" y="40957"/>
                  </a:lnTo>
                  <a:lnTo>
                    <a:pt x="141922" y="51435"/>
                  </a:lnTo>
                  <a:lnTo>
                    <a:pt x="148590" y="95250"/>
                  </a:lnTo>
                  <a:lnTo>
                    <a:pt x="169545" y="132397"/>
                  </a:lnTo>
                  <a:lnTo>
                    <a:pt x="233362" y="147638"/>
                  </a:lnTo>
                  <a:lnTo>
                    <a:pt x="221932" y="154305"/>
                  </a:lnTo>
                  <a:lnTo>
                    <a:pt x="218122" y="160020"/>
                  </a:lnTo>
                  <a:lnTo>
                    <a:pt x="213360" y="164782"/>
                  </a:lnTo>
                  <a:lnTo>
                    <a:pt x="203835" y="192405"/>
                  </a:lnTo>
                  <a:lnTo>
                    <a:pt x="205740" y="198120"/>
                  </a:lnTo>
                  <a:lnTo>
                    <a:pt x="211455" y="206692"/>
                  </a:lnTo>
                  <a:lnTo>
                    <a:pt x="212407" y="216217"/>
                  </a:lnTo>
                  <a:lnTo>
                    <a:pt x="203835" y="216217"/>
                  </a:lnTo>
                  <a:lnTo>
                    <a:pt x="196215" y="213360"/>
                  </a:lnTo>
                  <a:lnTo>
                    <a:pt x="187643" y="210503"/>
                  </a:lnTo>
                  <a:lnTo>
                    <a:pt x="181928" y="204788"/>
                  </a:lnTo>
                  <a:lnTo>
                    <a:pt x="175260" y="201930"/>
                  </a:lnTo>
                  <a:lnTo>
                    <a:pt x="166688" y="200025"/>
                  </a:lnTo>
                  <a:lnTo>
                    <a:pt x="154305" y="191453"/>
                  </a:lnTo>
                  <a:lnTo>
                    <a:pt x="138112" y="187642"/>
                  </a:lnTo>
                  <a:lnTo>
                    <a:pt x="120015" y="182880"/>
                  </a:lnTo>
                  <a:lnTo>
                    <a:pt x="111443" y="170497"/>
                  </a:lnTo>
                  <a:lnTo>
                    <a:pt x="107632" y="157162"/>
                  </a:lnTo>
                  <a:lnTo>
                    <a:pt x="111443" y="136207"/>
                  </a:lnTo>
                  <a:lnTo>
                    <a:pt x="107632" y="130492"/>
                  </a:lnTo>
                  <a:lnTo>
                    <a:pt x="100965" y="126682"/>
                  </a:lnTo>
                  <a:lnTo>
                    <a:pt x="94297" y="111442"/>
                  </a:lnTo>
                  <a:lnTo>
                    <a:pt x="91440" y="93345"/>
                  </a:lnTo>
                  <a:lnTo>
                    <a:pt x="80010" y="86678"/>
                  </a:lnTo>
                  <a:lnTo>
                    <a:pt x="64770" y="82867"/>
                  </a:lnTo>
                  <a:lnTo>
                    <a:pt x="58103" y="80010"/>
                  </a:lnTo>
                  <a:lnTo>
                    <a:pt x="29528" y="85725"/>
                  </a:lnTo>
                  <a:lnTo>
                    <a:pt x="22860" y="83820"/>
                  </a:lnTo>
                  <a:lnTo>
                    <a:pt x="17145" y="80010"/>
                  </a:lnTo>
                  <a:lnTo>
                    <a:pt x="0" y="74295"/>
                  </a:lnTo>
                  <a:lnTo>
                    <a:pt x="1905" y="64770"/>
                  </a:lnTo>
                  <a:lnTo>
                    <a:pt x="8572" y="58103"/>
                  </a:lnTo>
                  <a:lnTo>
                    <a:pt x="26670" y="49530"/>
                  </a:lnTo>
                  <a:lnTo>
                    <a:pt x="33338" y="42862"/>
                  </a:lnTo>
                  <a:lnTo>
                    <a:pt x="36195" y="34290"/>
                  </a:lnTo>
                  <a:lnTo>
                    <a:pt x="32385" y="28575"/>
                  </a:lnTo>
                  <a:lnTo>
                    <a:pt x="33338" y="21907"/>
                  </a:lnTo>
                  <a:lnTo>
                    <a:pt x="39053" y="15240"/>
                  </a:lnTo>
                  <a:lnTo>
                    <a:pt x="45720" y="9525"/>
                  </a:lnTo>
                  <a:lnTo>
                    <a:pt x="61912" y="3810"/>
                  </a:lnTo>
                  <a:lnTo>
                    <a:pt x="70485" y="15240"/>
                  </a:lnTo>
                  <a:lnTo>
                    <a:pt x="74295" y="24765"/>
                  </a:lnTo>
                  <a:lnTo>
                    <a:pt x="79057" y="31432"/>
                  </a:lnTo>
                  <a:lnTo>
                    <a:pt x="85725" y="21907"/>
                  </a:lnTo>
                  <a:lnTo>
                    <a:pt x="81915" y="3810"/>
                  </a:lnTo>
                  <a:lnTo>
                    <a:pt x="95250" y="1905"/>
                  </a:lnTo>
                  <a:lnTo>
                    <a:pt x="107632" y="0"/>
                  </a:lnTo>
                  <a:lnTo>
                    <a:pt x="117157" y="5715"/>
                  </a:lnTo>
                  <a:lnTo>
                    <a:pt x="123825" y="12382"/>
                  </a:lnTo>
                  <a:lnTo>
                    <a:pt x="125730" y="23812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10543222" y="4113848"/>
              <a:ext cx="644842" cy="572453"/>
            </a:xfrm>
            <a:custGeom>
              <a:avLst/>
              <a:gdLst/>
              <a:ahLst/>
              <a:cxnLst/>
              <a:rect l="l" t="t" r="r" b="b"/>
              <a:pathLst>
                <a:path w="644842" h="572453">
                  <a:moveTo>
                    <a:pt x="565785" y="60960"/>
                  </a:moveTo>
                  <a:lnTo>
                    <a:pt x="576262" y="68580"/>
                  </a:lnTo>
                  <a:lnTo>
                    <a:pt x="590550" y="65723"/>
                  </a:lnTo>
                  <a:lnTo>
                    <a:pt x="590550" y="86678"/>
                  </a:lnTo>
                  <a:lnTo>
                    <a:pt x="592455" y="93345"/>
                  </a:lnTo>
                  <a:lnTo>
                    <a:pt x="606742" y="111443"/>
                  </a:lnTo>
                  <a:lnTo>
                    <a:pt x="607695" y="125730"/>
                  </a:lnTo>
                  <a:lnTo>
                    <a:pt x="600075" y="140018"/>
                  </a:lnTo>
                  <a:lnTo>
                    <a:pt x="594360" y="145733"/>
                  </a:lnTo>
                  <a:lnTo>
                    <a:pt x="582930" y="155258"/>
                  </a:lnTo>
                  <a:lnTo>
                    <a:pt x="582930" y="160020"/>
                  </a:lnTo>
                  <a:lnTo>
                    <a:pt x="587692" y="164783"/>
                  </a:lnTo>
                  <a:lnTo>
                    <a:pt x="602932" y="167640"/>
                  </a:lnTo>
                  <a:lnTo>
                    <a:pt x="615315" y="176212"/>
                  </a:lnTo>
                  <a:lnTo>
                    <a:pt x="616267" y="197168"/>
                  </a:lnTo>
                  <a:lnTo>
                    <a:pt x="627697" y="214312"/>
                  </a:lnTo>
                  <a:lnTo>
                    <a:pt x="627697" y="221933"/>
                  </a:lnTo>
                  <a:lnTo>
                    <a:pt x="621982" y="251460"/>
                  </a:lnTo>
                  <a:lnTo>
                    <a:pt x="624840" y="265748"/>
                  </a:lnTo>
                  <a:lnTo>
                    <a:pt x="631507" y="275273"/>
                  </a:lnTo>
                  <a:lnTo>
                    <a:pt x="638175" y="280988"/>
                  </a:lnTo>
                  <a:lnTo>
                    <a:pt x="641985" y="286703"/>
                  </a:lnTo>
                  <a:lnTo>
                    <a:pt x="644842" y="303848"/>
                  </a:lnTo>
                  <a:lnTo>
                    <a:pt x="644842" y="336233"/>
                  </a:lnTo>
                  <a:lnTo>
                    <a:pt x="643890" y="345758"/>
                  </a:lnTo>
                  <a:lnTo>
                    <a:pt x="640080" y="355283"/>
                  </a:lnTo>
                  <a:lnTo>
                    <a:pt x="624840" y="378143"/>
                  </a:lnTo>
                  <a:lnTo>
                    <a:pt x="603885" y="396240"/>
                  </a:lnTo>
                  <a:lnTo>
                    <a:pt x="594360" y="395288"/>
                  </a:lnTo>
                  <a:lnTo>
                    <a:pt x="590550" y="401003"/>
                  </a:lnTo>
                  <a:lnTo>
                    <a:pt x="597217" y="417195"/>
                  </a:lnTo>
                  <a:lnTo>
                    <a:pt x="594360" y="451485"/>
                  </a:lnTo>
                  <a:lnTo>
                    <a:pt x="590550" y="475298"/>
                  </a:lnTo>
                  <a:lnTo>
                    <a:pt x="582930" y="462915"/>
                  </a:lnTo>
                  <a:lnTo>
                    <a:pt x="579120" y="450533"/>
                  </a:lnTo>
                  <a:lnTo>
                    <a:pt x="575310" y="417195"/>
                  </a:lnTo>
                  <a:lnTo>
                    <a:pt x="569595" y="401955"/>
                  </a:lnTo>
                  <a:lnTo>
                    <a:pt x="562927" y="388620"/>
                  </a:lnTo>
                  <a:lnTo>
                    <a:pt x="558165" y="376238"/>
                  </a:lnTo>
                  <a:lnTo>
                    <a:pt x="550545" y="363855"/>
                  </a:lnTo>
                  <a:lnTo>
                    <a:pt x="539115" y="334328"/>
                  </a:lnTo>
                  <a:lnTo>
                    <a:pt x="532447" y="336233"/>
                  </a:lnTo>
                  <a:lnTo>
                    <a:pt x="521017" y="343853"/>
                  </a:lnTo>
                  <a:lnTo>
                    <a:pt x="518160" y="349568"/>
                  </a:lnTo>
                  <a:lnTo>
                    <a:pt x="517207" y="358140"/>
                  </a:lnTo>
                  <a:lnTo>
                    <a:pt x="514350" y="365760"/>
                  </a:lnTo>
                  <a:lnTo>
                    <a:pt x="501015" y="377190"/>
                  </a:lnTo>
                  <a:lnTo>
                    <a:pt x="489585" y="392430"/>
                  </a:lnTo>
                  <a:lnTo>
                    <a:pt x="481012" y="407670"/>
                  </a:lnTo>
                  <a:lnTo>
                    <a:pt x="479107" y="422910"/>
                  </a:lnTo>
                  <a:lnTo>
                    <a:pt x="485775" y="433388"/>
                  </a:lnTo>
                  <a:lnTo>
                    <a:pt x="493395" y="439103"/>
                  </a:lnTo>
                  <a:lnTo>
                    <a:pt x="503872" y="448628"/>
                  </a:lnTo>
                  <a:lnTo>
                    <a:pt x="507682" y="452438"/>
                  </a:lnTo>
                  <a:lnTo>
                    <a:pt x="518160" y="487680"/>
                  </a:lnTo>
                  <a:lnTo>
                    <a:pt x="518160" y="520065"/>
                  </a:lnTo>
                  <a:lnTo>
                    <a:pt x="510540" y="535305"/>
                  </a:lnTo>
                  <a:lnTo>
                    <a:pt x="489585" y="563880"/>
                  </a:lnTo>
                  <a:lnTo>
                    <a:pt x="474345" y="572453"/>
                  </a:lnTo>
                  <a:lnTo>
                    <a:pt x="465772" y="568643"/>
                  </a:lnTo>
                  <a:lnTo>
                    <a:pt x="459105" y="550545"/>
                  </a:lnTo>
                  <a:lnTo>
                    <a:pt x="458152" y="543878"/>
                  </a:lnTo>
                  <a:lnTo>
                    <a:pt x="463867" y="526733"/>
                  </a:lnTo>
                  <a:lnTo>
                    <a:pt x="463867" y="513398"/>
                  </a:lnTo>
                  <a:lnTo>
                    <a:pt x="458152" y="507683"/>
                  </a:lnTo>
                  <a:lnTo>
                    <a:pt x="452438" y="509588"/>
                  </a:lnTo>
                  <a:lnTo>
                    <a:pt x="451485" y="510540"/>
                  </a:lnTo>
                  <a:lnTo>
                    <a:pt x="437197" y="529590"/>
                  </a:lnTo>
                  <a:lnTo>
                    <a:pt x="430530" y="535305"/>
                  </a:lnTo>
                  <a:lnTo>
                    <a:pt x="421957" y="535305"/>
                  </a:lnTo>
                  <a:lnTo>
                    <a:pt x="416242" y="534353"/>
                  </a:lnTo>
                  <a:lnTo>
                    <a:pt x="377190" y="517208"/>
                  </a:lnTo>
                  <a:lnTo>
                    <a:pt x="343852" y="501015"/>
                  </a:lnTo>
                  <a:lnTo>
                    <a:pt x="317182" y="485775"/>
                  </a:lnTo>
                  <a:lnTo>
                    <a:pt x="300038" y="462915"/>
                  </a:lnTo>
                  <a:lnTo>
                    <a:pt x="295275" y="444818"/>
                  </a:lnTo>
                  <a:lnTo>
                    <a:pt x="295275" y="425768"/>
                  </a:lnTo>
                  <a:lnTo>
                    <a:pt x="287655" y="399098"/>
                  </a:lnTo>
                  <a:lnTo>
                    <a:pt x="285750" y="389573"/>
                  </a:lnTo>
                  <a:lnTo>
                    <a:pt x="287655" y="381000"/>
                  </a:lnTo>
                  <a:lnTo>
                    <a:pt x="294322" y="364808"/>
                  </a:lnTo>
                  <a:lnTo>
                    <a:pt x="304800" y="355283"/>
                  </a:lnTo>
                  <a:lnTo>
                    <a:pt x="310515" y="349568"/>
                  </a:lnTo>
                  <a:lnTo>
                    <a:pt x="315277" y="342900"/>
                  </a:lnTo>
                  <a:lnTo>
                    <a:pt x="317182" y="334328"/>
                  </a:lnTo>
                  <a:lnTo>
                    <a:pt x="317182" y="324803"/>
                  </a:lnTo>
                  <a:lnTo>
                    <a:pt x="313372" y="319088"/>
                  </a:lnTo>
                  <a:lnTo>
                    <a:pt x="298132" y="300038"/>
                  </a:lnTo>
                  <a:lnTo>
                    <a:pt x="284797" y="287655"/>
                  </a:lnTo>
                  <a:lnTo>
                    <a:pt x="255270" y="278130"/>
                  </a:lnTo>
                  <a:lnTo>
                    <a:pt x="250507" y="272415"/>
                  </a:lnTo>
                  <a:lnTo>
                    <a:pt x="242888" y="266700"/>
                  </a:lnTo>
                  <a:lnTo>
                    <a:pt x="235267" y="265748"/>
                  </a:lnTo>
                  <a:lnTo>
                    <a:pt x="226695" y="265748"/>
                  </a:lnTo>
                  <a:lnTo>
                    <a:pt x="218122" y="268605"/>
                  </a:lnTo>
                  <a:lnTo>
                    <a:pt x="217170" y="275273"/>
                  </a:lnTo>
                  <a:lnTo>
                    <a:pt x="217170" y="281940"/>
                  </a:lnTo>
                  <a:lnTo>
                    <a:pt x="217170" y="287655"/>
                  </a:lnTo>
                  <a:lnTo>
                    <a:pt x="204788" y="323850"/>
                  </a:lnTo>
                  <a:lnTo>
                    <a:pt x="189547" y="316230"/>
                  </a:lnTo>
                  <a:lnTo>
                    <a:pt x="176212" y="306705"/>
                  </a:lnTo>
                  <a:lnTo>
                    <a:pt x="171450" y="300990"/>
                  </a:lnTo>
                  <a:lnTo>
                    <a:pt x="170497" y="293370"/>
                  </a:lnTo>
                  <a:lnTo>
                    <a:pt x="167640" y="287655"/>
                  </a:lnTo>
                  <a:lnTo>
                    <a:pt x="164782" y="283845"/>
                  </a:lnTo>
                  <a:lnTo>
                    <a:pt x="158115" y="296228"/>
                  </a:lnTo>
                  <a:lnTo>
                    <a:pt x="149542" y="303848"/>
                  </a:lnTo>
                  <a:lnTo>
                    <a:pt x="140017" y="306705"/>
                  </a:lnTo>
                  <a:lnTo>
                    <a:pt x="128588" y="306705"/>
                  </a:lnTo>
                  <a:lnTo>
                    <a:pt x="126682" y="302895"/>
                  </a:lnTo>
                  <a:lnTo>
                    <a:pt x="121920" y="280988"/>
                  </a:lnTo>
                  <a:lnTo>
                    <a:pt x="111442" y="274320"/>
                  </a:lnTo>
                  <a:lnTo>
                    <a:pt x="99060" y="275273"/>
                  </a:lnTo>
                  <a:lnTo>
                    <a:pt x="81915" y="287655"/>
                  </a:lnTo>
                  <a:lnTo>
                    <a:pt x="79057" y="291465"/>
                  </a:lnTo>
                  <a:lnTo>
                    <a:pt x="75247" y="302895"/>
                  </a:lnTo>
                  <a:lnTo>
                    <a:pt x="57150" y="333375"/>
                  </a:lnTo>
                  <a:lnTo>
                    <a:pt x="47625" y="356235"/>
                  </a:lnTo>
                  <a:lnTo>
                    <a:pt x="38100" y="380048"/>
                  </a:lnTo>
                  <a:lnTo>
                    <a:pt x="32385" y="386715"/>
                  </a:lnTo>
                  <a:lnTo>
                    <a:pt x="27622" y="392430"/>
                  </a:lnTo>
                  <a:lnTo>
                    <a:pt x="17145" y="389573"/>
                  </a:lnTo>
                  <a:lnTo>
                    <a:pt x="7620" y="383858"/>
                  </a:lnTo>
                  <a:lnTo>
                    <a:pt x="0" y="370523"/>
                  </a:lnTo>
                  <a:lnTo>
                    <a:pt x="2857" y="352425"/>
                  </a:lnTo>
                  <a:lnTo>
                    <a:pt x="12382" y="340995"/>
                  </a:lnTo>
                  <a:lnTo>
                    <a:pt x="20002" y="330518"/>
                  </a:lnTo>
                  <a:lnTo>
                    <a:pt x="29527" y="288608"/>
                  </a:lnTo>
                  <a:lnTo>
                    <a:pt x="29527" y="274320"/>
                  </a:lnTo>
                  <a:lnTo>
                    <a:pt x="31432" y="268605"/>
                  </a:lnTo>
                  <a:lnTo>
                    <a:pt x="46672" y="250508"/>
                  </a:lnTo>
                  <a:lnTo>
                    <a:pt x="60007" y="238125"/>
                  </a:lnTo>
                  <a:lnTo>
                    <a:pt x="66675" y="235268"/>
                  </a:lnTo>
                  <a:lnTo>
                    <a:pt x="94297" y="229553"/>
                  </a:lnTo>
                  <a:lnTo>
                    <a:pt x="105727" y="224790"/>
                  </a:lnTo>
                  <a:lnTo>
                    <a:pt x="123825" y="224790"/>
                  </a:lnTo>
                  <a:lnTo>
                    <a:pt x="139065" y="220028"/>
                  </a:lnTo>
                  <a:lnTo>
                    <a:pt x="151447" y="212408"/>
                  </a:lnTo>
                  <a:lnTo>
                    <a:pt x="151447" y="201930"/>
                  </a:lnTo>
                  <a:lnTo>
                    <a:pt x="151447" y="192405"/>
                  </a:lnTo>
                  <a:lnTo>
                    <a:pt x="153352" y="187643"/>
                  </a:lnTo>
                  <a:lnTo>
                    <a:pt x="158115" y="182880"/>
                  </a:lnTo>
                  <a:lnTo>
                    <a:pt x="163830" y="176212"/>
                  </a:lnTo>
                  <a:lnTo>
                    <a:pt x="171450" y="170498"/>
                  </a:lnTo>
                  <a:lnTo>
                    <a:pt x="191452" y="167640"/>
                  </a:lnTo>
                  <a:lnTo>
                    <a:pt x="198120" y="163830"/>
                  </a:lnTo>
                  <a:lnTo>
                    <a:pt x="203835" y="157162"/>
                  </a:lnTo>
                  <a:lnTo>
                    <a:pt x="211455" y="145733"/>
                  </a:lnTo>
                  <a:lnTo>
                    <a:pt x="220027" y="148590"/>
                  </a:lnTo>
                  <a:lnTo>
                    <a:pt x="228600" y="152400"/>
                  </a:lnTo>
                  <a:lnTo>
                    <a:pt x="244792" y="157162"/>
                  </a:lnTo>
                  <a:lnTo>
                    <a:pt x="258127" y="166688"/>
                  </a:lnTo>
                  <a:lnTo>
                    <a:pt x="267652" y="182880"/>
                  </a:lnTo>
                  <a:lnTo>
                    <a:pt x="269557" y="189548"/>
                  </a:lnTo>
                  <a:lnTo>
                    <a:pt x="272415" y="216218"/>
                  </a:lnTo>
                  <a:lnTo>
                    <a:pt x="267652" y="221933"/>
                  </a:lnTo>
                  <a:lnTo>
                    <a:pt x="254317" y="234315"/>
                  </a:lnTo>
                  <a:lnTo>
                    <a:pt x="260985" y="235268"/>
                  </a:lnTo>
                  <a:lnTo>
                    <a:pt x="279082" y="224790"/>
                  </a:lnTo>
                  <a:lnTo>
                    <a:pt x="288607" y="220028"/>
                  </a:lnTo>
                  <a:lnTo>
                    <a:pt x="310515" y="214312"/>
                  </a:lnTo>
                  <a:lnTo>
                    <a:pt x="316230" y="210503"/>
                  </a:lnTo>
                  <a:lnTo>
                    <a:pt x="319088" y="204788"/>
                  </a:lnTo>
                  <a:lnTo>
                    <a:pt x="327660" y="188595"/>
                  </a:lnTo>
                  <a:lnTo>
                    <a:pt x="334327" y="172403"/>
                  </a:lnTo>
                  <a:lnTo>
                    <a:pt x="338138" y="164783"/>
                  </a:lnTo>
                  <a:lnTo>
                    <a:pt x="343852" y="160020"/>
                  </a:lnTo>
                  <a:lnTo>
                    <a:pt x="350520" y="158115"/>
                  </a:lnTo>
                  <a:lnTo>
                    <a:pt x="374332" y="170498"/>
                  </a:lnTo>
                  <a:lnTo>
                    <a:pt x="389572" y="164783"/>
                  </a:lnTo>
                  <a:lnTo>
                    <a:pt x="393382" y="147638"/>
                  </a:lnTo>
                  <a:lnTo>
                    <a:pt x="397192" y="122873"/>
                  </a:lnTo>
                  <a:lnTo>
                    <a:pt x="400050" y="115253"/>
                  </a:lnTo>
                  <a:lnTo>
                    <a:pt x="408622" y="108585"/>
                  </a:lnTo>
                  <a:lnTo>
                    <a:pt x="418147" y="110490"/>
                  </a:lnTo>
                  <a:lnTo>
                    <a:pt x="433388" y="120015"/>
                  </a:lnTo>
                  <a:lnTo>
                    <a:pt x="445770" y="122873"/>
                  </a:lnTo>
                  <a:lnTo>
                    <a:pt x="451485" y="115253"/>
                  </a:lnTo>
                  <a:lnTo>
                    <a:pt x="455295" y="100965"/>
                  </a:lnTo>
                  <a:lnTo>
                    <a:pt x="461010" y="100965"/>
                  </a:lnTo>
                  <a:lnTo>
                    <a:pt x="479107" y="105728"/>
                  </a:lnTo>
                  <a:lnTo>
                    <a:pt x="495300" y="102870"/>
                  </a:lnTo>
                  <a:lnTo>
                    <a:pt x="501015" y="85725"/>
                  </a:lnTo>
                  <a:lnTo>
                    <a:pt x="496252" y="65723"/>
                  </a:lnTo>
                  <a:lnTo>
                    <a:pt x="482917" y="12383"/>
                  </a:lnTo>
                  <a:lnTo>
                    <a:pt x="491490" y="0"/>
                  </a:lnTo>
                  <a:lnTo>
                    <a:pt x="498157" y="0"/>
                  </a:lnTo>
                  <a:lnTo>
                    <a:pt x="514350" y="15240"/>
                  </a:lnTo>
                  <a:lnTo>
                    <a:pt x="547688" y="34290"/>
                  </a:lnTo>
                  <a:lnTo>
                    <a:pt x="558165" y="45720"/>
                  </a:lnTo>
                  <a:lnTo>
                    <a:pt x="565785" y="60960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10247948" y="2894648"/>
              <a:ext cx="602932" cy="832485"/>
            </a:xfrm>
            <a:custGeom>
              <a:avLst/>
              <a:gdLst/>
              <a:ahLst/>
              <a:cxnLst/>
              <a:rect l="l" t="t" r="r" b="b"/>
              <a:pathLst>
                <a:path w="602932" h="832485">
                  <a:moveTo>
                    <a:pt x="184785" y="0"/>
                  </a:moveTo>
                  <a:lnTo>
                    <a:pt x="205740" y="7620"/>
                  </a:lnTo>
                  <a:lnTo>
                    <a:pt x="252412" y="32385"/>
                  </a:lnTo>
                  <a:lnTo>
                    <a:pt x="270510" y="40005"/>
                  </a:lnTo>
                  <a:lnTo>
                    <a:pt x="287655" y="44768"/>
                  </a:lnTo>
                  <a:lnTo>
                    <a:pt x="301942" y="44768"/>
                  </a:lnTo>
                  <a:lnTo>
                    <a:pt x="314325" y="40005"/>
                  </a:lnTo>
                  <a:lnTo>
                    <a:pt x="320040" y="34290"/>
                  </a:lnTo>
                  <a:lnTo>
                    <a:pt x="329565" y="18098"/>
                  </a:lnTo>
                  <a:lnTo>
                    <a:pt x="339090" y="16193"/>
                  </a:lnTo>
                  <a:lnTo>
                    <a:pt x="345757" y="21908"/>
                  </a:lnTo>
                  <a:lnTo>
                    <a:pt x="349567" y="30480"/>
                  </a:lnTo>
                  <a:lnTo>
                    <a:pt x="352425" y="40958"/>
                  </a:lnTo>
                  <a:lnTo>
                    <a:pt x="349567" y="53340"/>
                  </a:lnTo>
                  <a:lnTo>
                    <a:pt x="339090" y="62865"/>
                  </a:lnTo>
                  <a:lnTo>
                    <a:pt x="333375" y="77153"/>
                  </a:lnTo>
                  <a:lnTo>
                    <a:pt x="329565" y="118110"/>
                  </a:lnTo>
                  <a:lnTo>
                    <a:pt x="329565" y="132398"/>
                  </a:lnTo>
                  <a:lnTo>
                    <a:pt x="333375" y="142875"/>
                  </a:lnTo>
                  <a:lnTo>
                    <a:pt x="341947" y="161925"/>
                  </a:lnTo>
                  <a:lnTo>
                    <a:pt x="345757" y="167640"/>
                  </a:lnTo>
                  <a:lnTo>
                    <a:pt x="358140" y="174308"/>
                  </a:lnTo>
                  <a:lnTo>
                    <a:pt x="361950" y="180023"/>
                  </a:lnTo>
                  <a:lnTo>
                    <a:pt x="361950" y="189548"/>
                  </a:lnTo>
                  <a:lnTo>
                    <a:pt x="364807" y="198120"/>
                  </a:lnTo>
                  <a:lnTo>
                    <a:pt x="373380" y="200978"/>
                  </a:lnTo>
                  <a:lnTo>
                    <a:pt x="380047" y="206693"/>
                  </a:lnTo>
                  <a:lnTo>
                    <a:pt x="377190" y="214312"/>
                  </a:lnTo>
                  <a:lnTo>
                    <a:pt x="373380" y="223838"/>
                  </a:lnTo>
                  <a:lnTo>
                    <a:pt x="366712" y="247650"/>
                  </a:lnTo>
                  <a:lnTo>
                    <a:pt x="340042" y="300038"/>
                  </a:lnTo>
                  <a:lnTo>
                    <a:pt x="339090" y="312420"/>
                  </a:lnTo>
                  <a:lnTo>
                    <a:pt x="327660" y="334328"/>
                  </a:lnTo>
                  <a:lnTo>
                    <a:pt x="304800" y="338138"/>
                  </a:lnTo>
                  <a:lnTo>
                    <a:pt x="280035" y="349568"/>
                  </a:lnTo>
                  <a:lnTo>
                    <a:pt x="265747" y="357188"/>
                  </a:lnTo>
                  <a:lnTo>
                    <a:pt x="253365" y="369570"/>
                  </a:lnTo>
                  <a:lnTo>
                    <a:pt x="248602" y="383858"/>
                  </a:lnTo>
                  <a:lnTo>
                    <a:pt x="252412" y="390525"/>
                  </a:lnTo>
                  <a:lnTo>
                    <a:pt x="255270" y="397193"/>
                  </a:lnTo>
                  <a:lnTo>
                    <a:pt x="255270" y="405765"/>
                  </a:lnTo>
                  <a:lnTo>
                    <a:pt x="250507" y="412433"/>
                  </a:lnTo>
                  <a:lnTo>
                    <a:pt x="238125" y="427673"/>
                  </a:lnTo>
                  <a:lnTo>
                    <a:pt x="233362" y="440055"/>
                  </a:lnTo>
                  <a:lnTo>
                    <a:pt x="227647" y="446723"/>
                  </a:lnTo>
                  <a:lnTo>
                    <a:pt x="224790" y="454343"/>
                  </a:lnTo>
                  <a:lnTo>
                    <a:pt x="225742" y="461010"/>
                  </a:lnTo>
                  <a:lnTo>
                    <a:pt x="230505" y="467678"/>
                  </a:lnTo>
                  <a:lnTo>
                    <a:pt x="245745" y="498158"/>
                  </a:lnTo>
                  <a:lnTo>
                    <a:pt x="261938" y="526733"/>
                  </a:lnTo>
                  <a:lnTo>
                    <a:pt x="265747" y="529590"/>
                  </a:lnTo>
                  <a:lnTo>
                    <a:pt x="265747" y="533400"/>
                  </a:lnTo>
                  <a:lnTo>
                    <a:pt x="258127" y="541973"/>
                  </a:lnTo>
                  <a:lnTo>
                    <a:pt x="258127" y="556260"/>
                  </a:lnTo>
                  <a:lnTo>
                    <a:pt x="260985" y="569595"/>
                  </a:lnTo>
                  <a:lnTo>
                    <a:pt x="274320" y="603885"/>
                  </a:lnTo>
                  <a:lnTo>
                    <a:pt x="277177" y="612458"/>
                  </a:lnTo>
                  <a:lnTo>
                    <a:pt x="280988" y="620078"/>
                  </a:lnTo>
                  <a:lnTo>
                    <a:pt x="287655" y="627698"/>
                  </a:lnTo>
                  <a:lnTo>
                    <a:pt x="296227" y="632460"/>
                  </a:lnTo>
                  <a:lnTo>
                    <a:pt x="320040" y="642938"/>
                  </a:lnTo>
                  <a:lnTo>
                    <a:pt x="327660" y="644843"/>
                  </a:lnTo>
                  <a:lnTo>
                    <a:pt x="337185" y="644843"/>
                  </a:lnTo>
                  <a:lnTo>
                    <a:pt x="340042" y="638175"/>
                  </a:lnTo>
                  <a:lnTo>
                    <a:pt x="348615" y="635318"/>
                  </a:lnTo>
                  <a:lnTo>
                    <a:pt x="345757" y="630555"/>
                  </a:lnTo>
                  <a:lnTo>
                    <a:pt x="336232" y="620078"/>
                  </a:lnTo>
                  <a:lnTo>
                    <a:pt x="336232" y="615315"/>
                  </a:lnTo>
                  <a:lnTo>
                    <a:pt x="341947" y="610553"/>
                  </a:lnTo>
                  <a:lnTo>
                    <a:pt x="347662" y="609600"/>
                  </a:lnTo>
                  <a:lnTo>
                    <a:pt x="361950" y="600075"/>
                  </a:lnTo>
                  <a:lnTo>
                    <a:pt x="376238" y="591503"/>
                  </a:lnTo>
                  <a:lnTo>
                    <a:pt x="395288" y="591503"/>
                  </a:lnTo>
                  <a:lnTo>
                    <a:pt x="413385" y="597218"/>
                  </a:lnTo>
                  <a:lnTo>
                    <a:pt x="426720" y="601028"/>
                  </a:lnTo>
                  <a:lnTo>
                    <a:pt x="438150" y="609600"/>
                  </a:lnTo>
                  <a:lnTo>
                    <a:pt x="448627" y="624840"/>
                  </a:lnTo>
                  <a:lnTo>
                    <a:pt x="456247" y="641033"/>
                  </a:lnTo>
                  <a:lnTo>
                    <a:pt x="456247" y="649605"/>
                  </a:lnTo>
                  <a:lnTo>
                    <a:pt x="454342" y="656273"/>
                  </a:lnTo>
                  <a:lnTo>
                    <a:pt x="454342" y="664845"/>
                  </a:lnTo>
                  <a:lnTo>
                    <a:pt x="460057" y="669608"/>
                  </a:lnTo>
                  <a:lnTo>
                    <a:pt x="478155" y="669608"/>
                  </a:lnTo>
                  <a:lnTo>
                    <a:pt x="487680" y="657225"/>
                  </a:lnTo>
                  <a:lnTo>
                    <a:pt x="488632" y="643890"/>
                  </a:lnTo>
                  <a:lnTo>
                    <a:pt x="481965" y="638175"/>
                  </a:lnTo>
                  <a:lnTo>
                    <a:pt x="484822" y="632460"/>
                  </a:lnTo>
                  <a:lnTo>
                    <a:pt x="490538" y="627698"/>
                  </a:lnTo>
                  <a:lnTo>
                    <a:pt x="499110" y="631508"/>
                  </a:lnTo>
                  <a:lnTo>
                    <a:pt x="505777" y="640080"/>
                  </a:lnTo>
                  <a:lnTo>
                    <a:pt x="533400" y="649605"/>
                  </a:lnTo>
                  <a:lnTo>
                    <a:pt x="540067" y="649605"/>
                  </a:lnTo>
                  <a:lnTo>
                    <a:pt x="545782" y="650558"/>
                  </a:lnTo>
                  <a:lnTo>
                    <a:pt x="558165" y="657225"/>
                  </a:lnTo>
                  <a:lnTo>
                    <a:pt x="564832" y="662940"/>
                  </a:lnTo>
                  <a:lnTo>
                    <a:pt x="558165" y="674370"/>
                  </a:lnTo>
                  <a:lnTo>
                    <a:pt x="530542" y="677228"/>
                  </a:lnTo>
                  <a:lnTo>
                    <a:pt x="521970" y="683895"/>
                  </a:lnTo>
                  <a:lnTo>
                    <a:pt x="530542" y="700088"/>
                  </a:lnTo>
                  <a:lnTo>
                    <a:pt x="542925" y="714375"/>
                  </a:lnTo>
                  <a:lnTo>
                    <a:pt x="550545" y="724853"/>
                  </a:lnTo>
                  <a:lnTo>
                    <a:pt x="559117" y="736283"/>
                  </a:lnTo>
                  <a:lnTo>
                    <a:pt x="559117" y="746760"/>
                  </a:lnTo>
                  <a:lnTo>
                    <a:pt x="555307" y="758190"/>
                  </a:lnTo>
                  <a:lnTo>
                    <a:pt x="565785" y="757238"/>
                  </a:lnTo>
                  <a:lnTo>
                    <a:pt x="577215" y="759143"/>
                  </a:lnTo>
                  <a:lnTo>
                    <a:pt x="593407" y="769620"/>
                  </a:lnTo>
                  <a:lnTo>
                    <a:pt x="599122" y="769620"/>
                  </a:lnTo>
                  <a:lnTo>
                    <a:pt x="602932" y="767715"/>
                  </a:lnTo>
                  <a:lnTo>
                    <a:pt x="602932" y="802005"/>
                  </a:lnTo>
                  <a:lnTo>
                    <a:pt x="592455" y="832485"/>
                  </a:lnTo>
                  <a:lnTo>
                    <a:pt x="578167" y="828675"/>
                  </a:lnTo>
                  <a:lnTo>
                    <a:pt x="567690" y="816293"/>
                  </a:lnTo>
                  <a:lnTo>
                    <a:pt x="568642" y="799148"/>
                  </a:lnTo>
                  <a:lnTo>
                    <a:pt x="577215" y="783908"/>
                  </a:lnTo>
                  <a:lnTo>
                    <a:pt x="573405" y="782003"/>
                  </a:lnTo>
                  <a:lnTo>
                    <a:pt x="564832" y="782955"/>
                  </a:lnTo>
                  <a:lnTo>
                    <a:pt x="556260" y="785812"/>
                  </a:lnTo>
                  <a:lnTo>
                    <a:pt x="548640" y="786765"/>
                  </a:lnTo>
                  <a:lnTo>
                    <a:pt x="533400" y="785812"/>
                  </a:lnTo>
                  <a:lnTo>
                    <a:pt x="501015" y="769620"/>
                  </a:lnTo>
                  <a:lnTo>
                    <a:pt x="488632" y="767715"/>
                  </a:lnTo>
                  <a:lnTo>
                    <a:pt x="486727" y="759143"/>
                  </a:lnTo>
                  <a:lnTo>
                    <a:pt x="487680" y="742950"/>
                  </a:lnTo>
                  <a:lnTo>
                    <a:pt x="475297" y="724853"/>
                  </a:lnTo>
                  <a:lnTo>
                    <a:pt x="472440" y="718185"/>
                  </a:lnTo>
                  <a:lnTo>
                    <a:pt x="468630" y="712470"/>
                  </a:lnTo>
                  <a:lnTo>
                    <a:pt x="432435" y="692468"/>
                  </a:lnTo>
                  <a:lnTo>
                    <a:pt x="426720" y="687705"/>
                  </a:lnTo>
                  <a:lnTo>
                    <a:pt x="416242" y="671512"/>
                  </a:lnTo>
                  <a:lnTo>
                    <a:pt x="389572" y="647700"/>
                  </a:lnTo>
                  <a:lnTo>
                    <a:pt x="382905" y="644843"/>
                  </a:lnTo>
                  <a:lnTo>
                    <a:pt x="376238" y="644843"/>
                  </a:lnTo>
                  <a:lnTo>
                    <a:pt x="373380" y="650558"/>
                  </a:lnTo>
                  <a:lnTo>
                    <a:pt x="376238" y="660083"/>
                  </a:lnTo>
                  <a:lnTo>
                    <a:pt x="377190" y="668655"/>
                  </a:lnTo>
                  <a:lnTo>
                    <a:pt x="377190" y="677228"/>
                  </a:lnTo>
                  <a:lnTo>
                    <a:pt x="379095" y="682943"/>
                  </a:lnTo>
                  <a:lnTo>
                    <a:pt x="391477" y="696278"/>
                  </a:lnTo>
                  <a:lnTo>
                    <a:pt x="392430" y="701993"/>
                  </a:lnTo>
                  <a:lnTo>
                    <a:pt x="401002" y="718185"/>
                  </a:lnTo>
                  <a:lnTo>
                    <a:pt x="401955" y="739140"/>
                  </a:lnTo>
                  <a:lnTo>
                    <a:pt x="391477" y="746760"/>
                  </a:lnTo>
                  <a:lnTo>
                    <a:pt x="379095" y="737235"/>
                  </a:lnTo>
                  <a:lnTo>
                    <a:pt x="379095" y="730568"/>
                  </a:lnTo>
                  <a:lnTo>
                    <a:pt x="377190" y="723900"/>
                  </a:lnTo>
                  <a:lnTo>
                    <a:pt x="364807" y="705803"/>
                  </a:lnTo>
                  <a:lnTo>
                    <a:pt x="360997" y="701993"/>
                  </a:lnTo>
                  <a:lnTo>
                    <a:pt x="337185" y="683895"/>
                  </a:lnTo>
                  <a:lnTo>
                    <a:pt x="318135" y="664845"/>
                  </a:lnTo>
                  <a:lnTo>
                    <a:pt x="278130" y="643890"/>
                  </a:lnTo>
                  <a:lnTo>
                    <a:pt x="273367" y="642938"/>
                  </a:lnTo>
                  <a:lnTo>
                    <a:pt x="265747" y="644843"/>
                  </a:lnTo>
                  <a:lnTo>
                    <a:pt x="259080" y="646748"/>
                  </a:lnTo>
                  <a:lnTo>
                    <a:pt x="240030" y="657225"/>
                  </a:lnTo>
                  <a:lnTo>
                    <a:pt x="233362" y="664845"/>
                  </a:lnTo>
                  <a:lnTo>
                    <a:pt x="233362" y="675323"/>
                  </a:lnTo>
                  <a:lnTo>
                    <a:pt x="218122" y="683895"/>
                  </a:lnTo>
                  <a:lnTo>
                    <a:pt x="199072" y="684848"/>
                  </a:lnTo>
                  <a:lnTo>
                    <a:pt x="184785" y="680085"/>
                  </a:lnTo>
                  <a:lnTo>
                    <a:pt x="172402" y="668655"/>
                  </a:lnTo>
                  <a:lnTo>
                    <a:pt x="160972" y="668655"/>
                  </a:lnTo>
                  <a:lnTo>
                    <a:pt x="148590" y="650558"/>
                  </a:lnTo>
                  <a:lnTo>
                    <a:pt x="134302" y="649605"/>
                  </a:lnTo>
                  <a:lnTo>
                    <a:pt x="121920" y="661988"/>
                  </a:lnTo>
                  <a:lnTo>
                    <a:pt x="119062" y="637223"/>
                  </a:lnTo>
                  <a:lnTo>
                    <a:pt x="119062" y="609600"/>
                  </a:lnTo>
                  <a:lnTo>
                    <a:pt x="121920" y="602933"/>
                  </a:lnTo>
                  <a:lnTo>
                    <a:pt x="128588" y="595312"/>
                  </a:lnTo>
                  <a:lnTo>
                    <a:pt x="160020" y="568643"/>
                  </a:lnTo>
                  <a:lnTo>
                    <a:pt x="163830" y="558165"/>
                  </a:lnTo>
                  <a:lnTo>
                    <a:pt x="162877" y="545783"/>
                  </a:lnTo>
                  <a:lnTo>
                    <a:pt x="156210" y="538162"/>
                  </a:lnTo>
                  <a:lnTo>
                    <a:pt x="143827" y="531495"/>
                  </a:lnTo>
                  <a:lnTo>
                    <a:pt x="131445" y="528638"/>
                  </a:lnTo>
                  <a:lnTo>
                    <a:pt x="121920" y="522923"/>
                  </a:lnTo>
                  <a:lnTo>
                    <a:pt x="114300" y="514350"/>
                  </a:lnTo>
                  <a:lnTo>
                    <a:pt x="109538" y="529590"/>
                  </a:lnTo>
                  <a:lnTo>
                    <a:pt x="113347" y="553403"/>
                  </a:lnTo>
                  <a:lnTo>
                    <a:pt x="114300" y="569595"/>
                  </a:lnTo>
                  <a:lnTo>
                    <a:pt x="110490" y="575310"/>
                  </a:lnTo>
                  <a:lnTo>
                    <a:pt x="101917" y="575310"/>
                  </a:lnTo>
                  <a:lnTo>
                    <a:pt x="94297" y="573405"/>
                  </a:lnTo>
                  <a:lnTo>
                    <a:pt x="88582" y="568643"/>
                  </a:lnTo>
                  <a:lnTo>
                    <a:pt x="84772" y="551498"/>
                  </a:lnTo>
                  <a:lnTo>
                    <a:pt x="72390" y="541973"/>
                  </a:lnTo>
                  <a:lnTo>
                    <a:pt x="67627" y="526733"/>
                  </a:lnTo>
                  <a:lnTo>
                    <a:pt x="61912" y="523875"/>
                  </a:lnTo>
                  <a:lnTo>
                    <a:pt x="52388" y="525780"/>
                  </a:lnTo>
                  <a:lnTo>
                    <a:pt x="44767" y="519112"/>
                  </a:lnTo>
                  <a:lnTo>
                    <a:pt x="40005" y="501015"/>
                  </a:lnTo>
                  <a:lnTo>
                    <a:pt x="39052" y="482918"/>
                  </a:lnTo>
                  <a:lnTo>
                    <a:pt x="35242" y="466725"/>
                  </a:lnTo>
                  <a:lnTo>
                    <a:pt x="27622" y="451485"/>
                  </a:lnTo>
                  <a:lnTo>
                    <a:pt x="23812" y="439103"/>
                  </a:lnTo>
                  <a:lnTo>
                    <a:pt x="18097" y="381953"/>
                  </a:lnTo>
                  <a:lnTo>
                    <a:pt x="17145" y="378143"/>
                  </a:lnTo>
                  <a:lnTo>
                    <a:pt x="14288" y="372428"/>
                  </a:lnTo>
                  <a:lnTo>
                    <a:pt x="7620" y="367665"/>
                  </a:lnTo>
                  <a:lnTo>
                    <a:pt x="1905" y="359093"/>
                  </a:lnTo>
                  <a:lnTo>
                    <a:pt x="0" y="352425"/>
                  </a:lnTo>
                  <a:lnTo>
                    <a:pt x="1905" y="325755"/>
                  </a:lnTo>
                  <a:lnTo>
                    <a:pt x="4762" y="319088"/>
                  </a:lnTo>
                  <a:lnTo>
                    <a:pt x="10477" y="315278"/>
                  </a:lnTo>
                  <a:lnTo>
                    <a:pt x="18097" y="320040"/>
                  </a:lnTo>
                  <a:lnTo>
                    <a:pt x="23812" y="327660"/>
                  </a:lnTo>
                  <a:lnTo>
                    <a:pt x="30480" y="331470"/>
                  </a:lnTo>
                  <a:lnTo>
                    <a:pt x="37147" y="334328"/>
                  </a:lnTo>
                  <a:lnTo>
                    <a:pt x="49530" y="350520"/>
                  </a:lnTo>
                  <a:lnTo>
                    <a:pt x="55245" y="353378"/>
                  </a:lnTo>
                  <a:lnTo>
                    <a:pt x="70485" y="353378"/>
                  </a:lnTo>
                  <a:lnTo>
                    <a:pt x="80010" y="350520"/>
                  </a:lnTo>
                  <a:lnTo>
                    <a:pt x="84772" y="344805"/>
                  </a:lnTo>
                  <a:lnTo>
                    <a:pt x="86677" y="338138"/>
                  </a:lnTo>
                  <a:lnTo>
                    <a:pt x="86677" y="330518"/>
                  </a:lnTo>
                  <a:lnTo>
                    <a:pt x="79057" y="305753"/>
                  </a:lnTo>
                  <a:lnTo>
                    <a:pt x="74295" y="287655"/>
                  </a:lnTo>
                  <a:lnTo>
                    <a:pt x="74295" y="270510"/>
                  </a:lnTo>
                  <a:lnTo>
                    <a:pt x="77152" y="256223"/>
                  </a:lnTo>
                  <a:lnTo>
                    <a:pt x="89535" y="228600"/>
                  </a:lnTo>
                  <a:lnTo>
                    <a:pt x="91440" y="210503"/>
                  </a:lnTo>
                  <a:lnTo>
                    <a:pt x="89535" y="185738"/>
                  </a:lnTo>
                  <a:lnTo>
                    <a:pt x="92392" y="170498"/>
                  </a:lnTo>
                  <a:lnTo>
                    <a:pt x="91440" y="161925"/>
                  </a:lnTo>
                  <a:lnTo>
                    <a:pt x="84772" y="149543"/>
                  </a:lnTo>
                  <a:lnTo>
                    <a:pt x="82867" y="134303"/>
                  </a:lnTo>
                  <a:lnTo>
                    <a:pt x="103822" y="62865"/>
                  </a:lnTo>
                  <a:lnTo>
                    <a:pt x="109538" y="49530"/>
                  </a:lnTo>
                  <a:lnTo>
                    <a:pt x="114300" y="34290"/>
                  </a:lnTo>
                  <a:lnTo>
                    <a:pt x="116205" y="15240"/>
                  </a:lnTo>
                  <a:lnTo>
                    <a:pt x="131445" y="9525"/>
                  </a:lnTo>
                  <a:lnTo>
                    <a:pt x="146685" y="2858"/>
                  </a:lnTo>
                  <a:lnTo>
                    <a:pt x="153352" y="2858"/>
                  </a:lnTo>
                  <a:lnTo>
                    <a:pt x="160020" y="5715"/>
                  </a:lnTo>
                  <a:lnTo>
                    <a:pt x="178117" y="953"/>
                  </a:lnTo>
                  <a:lnTo>
                    <a:pt x="184785" y="0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10113645" y="5223510"/>
              <a:ext cx="887730" cy="1017270"/>
            </a:xfrm>
            <a:custGeom>
              <a:avLst/>
              <a:gdLst/>
              <a:ahLst/>
              <a:cxnLst/>
              <a:rect l="l" t="t" r="r" b="b"/>
              <a:pathLst>
                <a:path w="887730" h="1017270">
                  <a:moveTo>
                    <a:pt x="841057" y="96203"/>
                  </a:moveTo>
                  <a:lnTo>
                    <a:pt x="814388" y="119062"/>
                  </a:lnTo>
                  <a:lnTo>
                    <a:pt x="806768" y="131445"/>
                  </a:lnTo>
                  <a:lnTo>
                    <a:pt x="799148" y="142875"/>
                  </a:lnTo>
                  <a:lnTo>
                    <a:pt x="788670" y="156210"/>
                  </a:lnTo>
                  <a:lnTo>
                    <a:pt x="777240" y="168593"/>
                  </a:lnTo>
                  <a:lnTo>
                    <a:pt x="770573" y="171450"/>
                  </a:lnTo>
                  <a:lnTo>
                    <a:pt x="757238" y="179070"/>
                  </a:lnTo>
                  <a:lnTo>
                    <a:pt x="748665" y="180975"/>
                  </a:lnTo>
                  <a:lnTo>
                    <a:pt x="732473" y="182880"/>
                  </a:lnTo>
                  <a:lnTo>
                    <a:pt x="683895" y="191453"/>
                  </a:lnTo>
                  <a:lnTo>
                    <a:pt x="668655" y="192405"/>
                  </a:lnTo>
                  <a:lnTo>
                    <a:pt x="653415" y="192405"/>
                  </a:lnTo>
                  <a:lnTo>
                    <a:pt x="622935" y="189547"/>
                  </a:lnTo>
                  <a:lnTo>
                    <a:pt x="618173" y="188595"/>
                  </a:lnTo>
                  <a:lnTo>
                    <a:pt x="605790" y="176212"/>
                  </a:lnTo>
                  <a:lnTo>
                    <a:pt x="591503" y="167640"/>
                  </a:lnTo>
                  <a:lnTo>
                    <a:pt x="581025" y="166688"/>
                  </a:lnTo>
                  <a:lnTo>
                    <a:pt x="568643" y="166688"/>
                  </a:lnTo>
                  <a:lnTo>
                    <a:pt x="481965" y="167640"/>
                  </a:lnTo>
                  <a:lnTo>
                    <a:pt x="451485" y="168593"/>
                  </a:lnTo>
                  <a:lnTo>
                    <a:pt x="421005" y="173355"/>
                  </a:lnTo>
                  <a:lnTo>
                    <a:pt x="404812" y="171450"/>
                  </a:lnTo>
                  <a:lnTo>
                    <a:pt x="387668" y="166688"/>
                  </a:lnTo>
                  <a:lnTo>
                    <a:pt x="377190" y="164783"/>
                  </a:lnTo>
                  <a:lnTo>
                    <a:pt x="364807" y="164783"/>
                  </a:lnTo>
                  <a:lnTo>
                    <a:pt x="306705" y="173355"/>
                  </a:lnTo>
                  <a:lnTo>
                    <a:pt x="293370" y="171450"/>
                  </a:lnTo>
                  <a:lnTo>
                    <a:pt x="263843" y="163830"/>
                  </a:lnTo>
                  <a:lnTo>
                    <a:pt x="247650" y="160972"/>
                  </a:lnTo>
                  <a:lnTo>
                    <a:pt x="231457" y="163830"/>
                  </a:lnTo>
                  <a:lnTo>
                    <a:pt x="216218" y="171450"/>
                  </a:lnTo>
                  <a:lnTo>
                    <a:pt x="210503" y="177165"/>
                  </a:lnTo>
                  <a:lnTo>
                    <a:pt x="194310" y="196215"/>
                  </a:lnTo>
                  <a:lnTo>
                    <a:pt x="185738" y="210503"/>
                  </a:lnTo>
                  <a:lnTo>
                    <a:pt x="179070" y="228600"/>
                  </a:lnTo>
                  <a:lnTo>
                    <a:pt x="173355" y="245745"/>
                  </a:lnTo>
                  <a:lnTo>
                    <a:pt x="169545" y="260985"/>
                  </a:lnTo>
                  <a:lnTo>
                    <a:pt x="169545" y="276225"/>
                  </a:lnTo>
                  <a:lnTo>
                    <a:pt x="171450" y="292418"/>
                  </a:lnTo>
                  <a:lnTo>
                    <a:pt x="176212" y="309562"/>
                  </a:lnTo>
                  <a:lnTo>
                    <a:pt x="181928" y="322897"/>
                  </a:lnTo>
                  <a:lnTo>
                    <a:pt x="200978" y="353378"/>
                  </a:lnTo>
                  <a:lnTo>
                    <a:pt x="204788" y="357188"/>
                  </a:lnTo>
                  <a:lnTo>
                    <a:pt x="226695" y="365760"/>
                  </a:lnTo>
                  <a:lnTo>
                    <a:pt x="239078" y="377190"/>
                  </a:lnTo>
                  <a:lnTo>
                    <a:pt x="251460" y="406718"/>
                  </a:lnTo>
                  <a:lnTo>
                    <a:pt x="260032" y="421958"/>
                  </a:lnTo>
                  <a:lnTo>
                    <a:pt x="268605" y="421958"/>
                  </a:lnTo>
                  <a:lnTo>
                    <a:pt x="278130" y="421005"/>
                  </a:lnTo>
                  <a:lnTo>
                    <a:pt x="294323" y="423862"/>
                  </a:lnTo>
                  <a:lnTo>
                    <a:pt x="310515" y="427672"/>
                  </a:lnTo>
                  <a:lnTo>
                    <a:pt x="325755" y="418147"/>
                  </a:lnTo>
                  <a:lnTo>
                    <a:pt x="334328" y="400050"/>
                  </a:lnTo>
                  <a:lnTo>
                    <a:pt x="343853" y="387668"/>
                  </a:lnTo>
                  <a:lnTo>
                    <a:pt x="364807" y="362903"/>
                  </a:lnTo>
                  <a:lnTo>
                    <a:pt x="377190" y="352425"/>
                  </a:lnTo>
                  <a:lnTo>
                    <a:pt x="384810" y="347662"/>
                  </a:lnTo>
                  <a:lnTo>
                    <a:pt x="392430" y="349568"/>
                  </a:lnTo>
                  <a:lnTo>
                    <a:pt x="399098" y="356235"/>
                  </a:lnTo>
                  <a:lnTo>
                    <a:pt x="407670" y="361950"/>
                  </a:lnTo>
                  <a:lnTo>
                    <a:pt x="421957" y="364808"/>
                  </a:lnTo>
                  <a:lnTo>
                    <a:pt x="439103" y="361950"/>
                  </a:lnTo>
                  <a:lnTo>
                    <a:pt x="455295" y="353378"/>
                  </a:lnTo>
                  <a:lnTo>
                    <a:pt x="461962" y="349568"/>
                  </a:lnTo>
                  <a:lnTo>
                    <a:pt x="467678" y="341947"/>
                  </a:lnTo>
                  <a:lnTo>
                    <a:pt x="481965" y="338138"/>
                  </a:lnTo>
                  <a:lnTo>
                    <a:pt x="516255" y="338138"/>
                  </a:lnTo>
                  <a:lnTo>
                    <a:pt x="533400" y="340043"/>
                  </a:lnTo>
                  <a:lnTo>
                    <a:pt x="565785" y="337185"/>
                  </a:lnTo>
                  <a:lnTo>
                    <a:pt x="565785" y="332422"/>
                  </a:lnTo>
                  <a:lnTo>
                    <a:pt x="558165" y="328612"/>
                  </a:lnTo>
                  <a:lnTo>
                    <a:pt x="557212" y="324803"/>
                  </a:lnTo>
                  <a:lnTo>
                    <a:pt x="562928" y="321945"/>
                  </a:lnTo>
                  <a:lnTo>
                    <a:pt x="582930" y="316230"/>
                  </a:lnTo>
                  <a:lnTo>
                    <a:pt x="603885" y="312420"/>
                  </a:lnTo>
                  <a:lnTo>
                    <a:pt x="619125" y="315278"/>
                  </a:lnTo>
                  <a:lnTo>
                    <a:pt x="633412" y="322897"/>
                  </a:lnTo>
                  <a:lnTo>
                    <a:pt x="638175" y="331470"/>
                  </a:lnTo>
                  <a:lnTo>
                    <a:pt x="640080" y="340995"/>
                  </a:lnTo>
                  <a:lnTo>
                    <a:pt x="635318" y="365760"/>
                  </a:lnTo>
                  <a:lnTo>
                    <a:pt x="633412" y="371475"/>
                  </a:lnTo>
                  <a:lnTo>
                    <a:pt x="621982" y="375285"/>
                  </a:lnTo>
                  <a:lnTo>
                    <a:pt x="612457" y="371475"/>
                  </a:lnTo>
                  <a:lnTo>
                    <a:pt x="601028" y="359093"/>
                  </a:lnTo>
                  <a:lnTo>
                    <a:pt x="587693" y="353378"/>
                  </a:lnTo>
                  <a:lnTo>
                    <a:pt x="566738" y="357188"/>
                  </a:lnTo>
                  <a:lnTo>
                    <a:pt x="560070" y="361950"/>
                  </a:lnTo>
                  <a:lnTo>
                    <a:pt x="554355" y="366712"/>
                  </a:lnTo>
                  <a:lnTo>
                    <a:pt x="541973" y="380047"/>
                  </a:lnTo>
                  <a:lnTo>
                    <a:pt x="533400" y="394335"/>
                  </a:lnTo>
                  <a:lnTo>
                    <a:pt x="513398" y="419100"/>
                  </a:lnTo>
                  <a:lnTo>
                    <a:pt x="488632" y="440055"/>
                  </a:lnTo>
                  <a:lnTo>
                    <a:pt x="477203" y="446722"/>
                  </a:lnTo>
                  <a:lnTo>
                    <a:pt x="464820" y="452438"/>
                  </a:lnTo>
                  <a:lnTo>
                    <a:pt x="423862" y="466725"/>
                  </a:lnTo>
                  <a:lnTo>
                    <a:pt x="412432" y="477203"/>
                  </a:lnTo>
                  <a:lnTo>
                    <a:pt x="404812" y="489585"/>
                  </a:lnTo>
                  <a:lnTo>
                    <a:pt x="395288" y="495300"/>
                  </a:lnTo>
                  <a:lnTo>
                    <a:pt x="383857" y="496253"/>
                  </a:lnTo>
                  <a:lnTo>
                    <a:pt x="375285" y="493395"/>
                  </a:lnTo>
                  <a:lnTo>
                    <a:pt x="360045" y="485775"/>
                  </a:lnTo>
                  <a:lnTo>
                    <a:pt x="355282" y="492443"/>
                  </a:lnTo>
                  <a:lnTo>
                    <a:pt x="353378" y="501968"/>
                  </a:lnTo>
                  <a:lnTo>
                    <a:pt x="361950" y="504825"/>
                  </a:lnTo>
                  <a:lnTo>
                    <a:pt x="374332" y="514350"/>
                  </a:lnTo>
                  <a:lnTo>
                    <a:pt x="384810" y="529590"/>
                  </a:lnTo>
                  <a:lnTo>
                    <a:pt x="390525" y="532447"/>
                  </a:lnTo>
                  <a:lnTo>
                    <a:pt x="405765" y="538162"/>
                  </a:lnTo>
                  <a:lnTo>
                    <a:pt x="411480" y="541972"/>
                  </a:lnTo>
                  <a:lnTo>
                    <a:pt x="421957" y="554355"/>
                  </a:lnTo>
                  <a:lnTo>
                    <a:pt x="439103" y="582930"/>
                  </a:lnTo>
                  <a:lnTo>
                    <a:pt x="444818" y="600075"/>
                  </a:lnTo>
                  <a:lnTo>
                    <a:pt x="454343" y="612458"/>
                  </a:lnTo>
                  <a:lnTo>
                    <a:pt x="482918" y="634365"/>
                  </a:lnTo>
                  <a:lnTo>
                    <a:pt x="483870" y="640080"/>
                  </a:lnTo>
                  <a:lnTo>
                    <a:pt x="482918" y="646747"/>
                  </a:lnTo>
                  <a:lnTo>
                    <a:pt x="485775" y="653415"/>
                  </a:lnTo>
                  <a:lnTo>
                    <a:pt x="495300" y="665797"/>
                  </a:lnTo>
                  <a:lnTo>
                    <a:pt x="498157" y="674370"/>
                  </a:lnTo>
                  <a:lnTo>
                    <a:pt x="486728" y="684847"/>
                  </a:lnTo>
                  <a:lnTo>
                    <a:pt x="485775" y="699135"/>
                  </a:lnTo>
                  <a:lnTo>
                    <a:pt x="479107" y="719138"/>
                  </a:lnTo>
                  <a:lnTo>
                    <a:pt x="477203" y="726758"/>
                  </a:lnTo>
                  <a:lnTo>
                    <a:pt x="477203" y="731520"/>
                  </a:lnTo>
                  <a:lnTo>
                    <a:pt x="482918" y="737235"/>
                  </a:lnTo>
                  <a:lnTo>
                    <a:pt x="488632" y="741997"/>
                  </a:lnTo>
                  <a:lnTo>
                    <a:pt x="496253" y="743903"/>
                  </a:lnTo>
                  <a:lnTo>
                    <a:pt x="503873" y="748665"/>
                  </a:lnTo>
                  <a:lnTo>
                    <a:pt x="516255" y="763905"/>
                  </a:lnTo>
                  <a:lnTo>
                    <a:pt x="522923" y="767715"/>
                  </a:lnTo>
                  <a:lnTo>
                    <a:pt x="526732" y="773430"/>
                  </a:lnTo>
                  <a:lnTo>
                    <a:pt x="526732" y="782955"/>
                  </a:lnTo>
                  <a:lnTo>
                    <a:pt x="532448" y="786765"/>
                  </a:lnTo>
                  <a:lnTo>
                    <a:pt x="538162" y="795338"/>
                  </a:lnTo>
                  <a:lnTo>
                    <a:pt x="545782" y="798195"/>
                  </a:lnTo>
                  <a:lnTo>
                    <a:pt x="550545" y="795338"/>
                  </a:lnTo>
                  <a:lnTo>
                    <a:pt x="553403" y="791528"/>
                  </a:lnTo>
                  <a:lnTo>
                    <a:pt x="560070" y="793433"/>
                  </a:lnTo>
                  <a:lnTo>
                    <a:pt x="563880" y="799147"/>
                  </a:lnTo>
                  <a:lnTo>
                    <a:pt x="565785" y="807720"/>
                  </a:lnTo>
                  <a:lnTo>
                    <a:pt x="566738" y="816293"/>
                  </a:lnTo>
                  <a:lnTo>
                    <a:pt x="566738" y="832485"/>
                  </a:lnTo>
                  <a:lnTo>
                    <a:pt x="562928" y="838200"/>
                  </a:lnTo>
                  <a:lnTo>
                    <a:pt x="556260" y="838200"/>
                  </a:lnTo>
                  <a:lnTo>
                    <a:pt x="541973" y="830580"/>
                  </a:lnTo>
                  <a:lnTo>
                    <a:pt x="541973" y="836295"/>
                  </a:lnTo>
                  <a:lnTo>
                    <a:pt x="541973" y="841058"/>
                  </a:lnTo>
                  <a:lnTo>
                    <a:pt x="535305" y="842010"/>
                  </a:lnTo>
                  <a:lnTo>
                    <a:pt x="528638" y="842010"/>
                  </a:lnTo>
                  <a:lnTo>
                    <a:pt x="507682" y="842010"/>
                  </a:lnTo>
                  <a:lnTo>
                    <a:pt x="471488" y="853440"/>
                  </a:lnTo>
                  <a:lnTo>
                    <a:pt x="459105" y="858203"/>
                  </a:lnTo>
                  <a:lnTo>
                    <a:pt x="449580" y="869633"/>
                  </a:lnTo>
                  <a:lnTo>
                    <a:pt x="449580" y="876300"/>
                  </a:lnTo>
                  <a:lnTo>
                    <a:pt x="452438" y="892493"/>
                  </a:lnTo>
                  <a:lnTo>
                    <a:pt x="448628" y="898208"/>
                  </a:lnTo>
                  <a:lnTo>
                    <a:pt x="432435" y="901065"/>
                  </a:lnTo>
                  <a:lnTo>
                    <a:pt x="408623" y="897255"/>
                  </a:lnTo>
                  <a:lnTo>
                    <a:pt x="395288" y="892493"/>
                  </a:lnTo>
                  <a:lnTo>
                    <a:pt x="386715" y="888683"/>
                  </a:lnTo>
                  <a:lnTo>
                    <a:pt x="375285" y="878205"/>
                  </a:lnTo>
                  <a:lnTo>
                    <a:pt x="372428" y="863918"/>
                  </a:lnTo>
                  <a:lnTo>
                    <a:pt x="380048" y="822960"/>
                  </a:lnTo>
                  <a:lnTo>
                    <a:pt x="382905" y="817245"/>
                  </a:lnTo>
                  <a:lnTo>
                    <a:pt x="384810" y="813435"/>
                  </a:lnTo>
                  <a:lnTo>
                    <a:pt x="389573" y="805815"/>
                  </a:lnTo>
                  <a:lnTo>
                    <a:pt x="390525" y="796290"/>
                  </a:lnTo>
                  <a:lnTo>
                    <a:pt x="380048" y="785812"/>
                  </a:lnTo>
                  <a:lnTo>
                    <a:pt x="362903" y="781050"/>
                  </a:lnTo>
                  <a:lnTo>
                    <a:pt x="347662" y="773430"/>
                  </a:lnTo>
                  <a:lnTo>
                    <a:pt x="293370" y="723900"/>
                  </a:lnTo>
                  <a:lnTo>
                    <a:pt x="290512" y="718185"/>
                  </a:lnTo>
                  <a:lnTo>
                    <a:pt x="290512" y="709612"/>
                  </a:lnTo>
                  <a:lnTo>
                    <a:pt x="293370" y="701993"/>
                  </a:lnTo>
                  <a:lnTo>
                    <a:pt x="310515" y="675322"/>
                  </a:lnTo>
                  <a:lnTo>
                    <a:pt x="312420" y="669608"/>
                  </a:lnTo>
                  <a:lnTo>
                    <a:pt x="315278" y="647700"/>
                  </a:lnTo>
                  <a:lnTo>
                    <a:pt x="315278" y="629603"/>
                  </a:lnTo>
                  <a:lnTo>
                    <a:pt x="312420" y="612458"/>
                  </a:lnTo>
                  <a:lnTo>
                    <a:pt x="303848" y="601028"/>
                  </a:lnTo>
                  <a:lnTo>
                    <a:pt x="288607" y="598170"/>
                  </a:lnTo>
                  <a:lnTo>
                    <a:pt x="273368" y="597218"/>
                  </a:lnTo>
                  <a:lnTo>
                    <a:pt x="257175" y="601028"/>
                  </a:lnTo>
                  <a:lnTo>
                    <a:pt x="243840" y="609600"/>
                  </a:lnTo>
                  <a:lnTo>
                    <a:pt x="214312" y="628650"/>
                  </a:lnTo>
                  <a:lnTo>
                    <a:pt x="203835" y="640080"/>
                  </a:lnTo>
                  <a:lnTo>
                    <a:pt x="201930" y="653415"/>
                  </a:lnTo>
                  <a:lnTo>
                    <a:pt x="208598" y="667703"/>
                  </a:lnTo>
                  <a:lnTo>
                    <a:pt x="217170" y="681038"/>
                  </a:lnTo>
                  <a:lnTo>
                    <a:pt x="220980" y="694372"/>
                  </a:lnTo>
                  <a:lnTo>
                    <a:pt x="228600" y="743903"/>
                  </a:lnTo>
                  <a:lnTo>
                    <a:pt x="226695" y="749618"/>
                  </a:lnTo>
                  <a:lnTo>
                    <a:pt x="220028" y="763905"/>
                  </a:lnTo>
                  <a:lnTo>
                    <a:pt x="217170" y="796290"/>
                  </a:lnTo>
                  <a:lnTo>
                    <a:pt x="220028" y="842010"/>
                  </a:lnTo>
                  <a:lnTo>
                    <a:pt x="225743" y="869633"/>
                  </a:lnTo>
                  <a:lnTo>
                    <a:pt x="223838" y="884872"/>
                  </a:lnTo>
                  <a:lnTo>
                    <a:pt x="210503" y="916305"/>
                  </a:lnTo>
                  <a:lnTo>
                    <a:pt x="206693" y="934403"/>
                  </a:lnTo>
                  <a:lnTo>
                    <a:pt x="206693" y="942022"/>
                  </a:lnTo>
                  <a:lnTo>
                    <a:pt x="220980" y="975360"/>
                  </a:lnTo>
                  <a:lnTo>
                    <a:pt x="225743" y="989647"/>
                  </a:lnTo>
                  <a:lnTo>
                    <a:pt x="226695" y="1002983"/>
                  </a:lnTo>
                  <a:lnTo>
                    <a:pt x="210503" y="996315"/>
                  </a:lnTo>
                  <a:lnTo>
                    <a:pt x="203835" y="996315"/>
                  </a:lnTo>
                  <a:lnTo>
                    <a:pt x="195262" y="999172"/>
                  </a:lnTo>
                  <a:lnTo>
                    <a:pt x="179070" y="1002030"/>
                  </a:lnTo>
                  <a:lnTo>
                    <a:pt x="160973" y="1002030"/>
                  </a:lnTo>
                  <a:lnTo>
                    <a:pt x="155257" y="1004888"/>
                  </a:lnTo>
                  <a:lnTo>
                    <a:pt x="142875" y="1012508"/>
                  </a:lnTo>
                  <a:lnTo>
                    <a:pt x="134303" y="1017270"/>
                  </a:lnTo>
                  <a:lnTo>
                    <a:pt x="129540" y="1017270"/>
                  </a:lnTo>
                  <a:lnTo>
                    <a:pt x="107632" y="1005840"/>
                  </a:lnTo>
                  <a:lnTo>
                    <a:pt x="93345" y="993458"/>
                  </a:lnTo>
                  <a:lnTo>
                    <a:pt x="82868" y="980122"/>
                  </a:lnTo>
                  <a:lnTo>
                    <a:pt x="80010" y="965835"/>
                  </a:lnTo>
                  <a:lnTo>
                    <a:pt x="83820" y="949643"/>
                  </a:lnTo>
                  <a:lnTo>
                    <a:pt x="89535" y="932497"/>
                  </a:lnTo>
                  <a:lnTo>
                    <a:pt x="101918" y="904875"/>
                  </a:lnTo>
                  <a:lnTo>
                    <a:pt x="101918" y="885825"/>
                  </a:lnTo>
                  <a:lnTo>
                    <a:pt x="104775" y="870585"/>
                  </a:lnTo>
                  <a:lnTo>
                    <a:pt x="111443" y="855345"/>
                  </a:lnTo>
                  <a:lnTo>
                    <a:pt x="114300" y="842010"/>
                  </a:lnTo>
                  <a:lnTo>
                    <a:pt x="115253" y="788670"/>
                  </a:lnTo>
                  <a:lnTo>
                    <a:pt x="114300" y="783908"/>
                  </a:lnTo>
                  <a:lnTo>
                    <a:pt x="97155" y="752475"/>
                  </a:lnTo>
                  <a:lnTo>
                    <a:pt x="96203" y="746760"/>
                  </a:lnTo>
                  <a:lnTo>
                    <a:pt x="96203" y="739140"/>
                  </a:lnTo>
                  <a:lnTo>
                    <a:pt x="97155" y="730568"/>
                  </a:lnTo>
                  <a:lnTo>
                    <a:pt x="97155" y="721995"/>
                  </a:lnTo>
                  <a:lnTo>
                    <a:pt x="95250" y="717233"/>
                  </a:lnTo>
                  <a:lnTo>
                    <a:pt x="87630" y="711518"/>
                  </a:lnTo>
                  <a:lnTo>
                    <a:pt x="80010" y="709612"/>
                  </a:lnTo>
                  <a:lnTo>
                    <a:pt x="62865" y="711518"/>
                  </a:lnTo>
                  <a:lnTo>
                    <a:pt x="28575" y="721043"/>
                  </a:lnTo>
                  <a:lnTo>
                    <a:pt x="19050" y="712470"/>
                  </a:lnTo>
                  <a:lnTo>
                    <a:pt x="12382" y="701993"/>
                  </a:lnTo>
                  <a:lnTo>
                    <a:pt x="6668" y="684847"/>
                  </a:lnTo>
                  <a:lnTo>
                    <a:pt x="3810" y="668655"/>
                  </a:lnTo>
                  <a:lnTo>
                    <a:pt x="5715" y="652462"/>
                  </a:lnTo>
                  <a:lnTo>
                    <a:pt x="10478" y="637222"/>
                  </a:lnTo>
                  <a:lnTo>
                    <a:pt x="6668" y="625793"/>
                  </a:lnTo>
                  <a:lnTo>
                    <a:pt x="0" y="613410"/>
                  </a:lnTo>
                  <a:lnTo>
                    <a:pt x="0" y="607695"/>
                  </a:lnTo>
                  <a:lnTo>
                    <a:pt x="3810" y="602933"/>
                  </a:lnTo>
                  <a:lnTo>
                    <a:pt x="9525" y="598170"/>
                  </a:lnTo>
                  <a:lnTo>
                    <a:pt x="18098" y="595312"/>
                  </a:lnTo>
                  <a:lnTo>
                    <a:pt x="24765" y="591503"/>
                  </a:lnTo>
                  <a:lnTo>
                    <a:pt x="42862" y="575310"/>
                  </a:lnTo>
                  <a:lnTo>
                    <a:pt x="47625" y="561022"/>
                  </a:lnTo>
                  <a:lnTo>
                    <a:pt x="49530" y="544830"/>
                  </a:lnTo>
                  <a:lnTo>
                    <a:pt x="53340" y="528638"/>
                  </a:lnTo>
                  <a:lnTo>
                    <a:pt x="62865" y="513397"/>
                  </a:lnTo>
                  <a:lnTo>
                    <a:pt x="74295" y="499110"/>
                  </a:lnTo>
                  <a:lnTo>
                    <a:pt x="78105" y="485775"/>
                  </a:lnTo>
                  <a:lnTo>
                    <a:pt x="72390" y="461962"/>
                  </a:lnTo>
                  <a:lnTo>
                    <a:pt x="74295" y="451485"/>
                  </a:lnTo>
                  <a:lnTo>
                    <a:pt x="72390" y="440055"/>
                  </a:lnTo>
                  <a:lnTo>
                    <a:pt x="72390" y="427672"/>
                  </a:lnTo>
                  <a:lnTo>
                    <a:pt x="80010" y="404812"/>
                  </a:lnTo>
                  <a:lnTo>
                    <a:pt x="100012" y="359093"/>
                  </a:lnTo>
                  <a:lnTo>
                    <a:pt x="120015" y="334328"/>
                  </a:lnTo>
                  <a:lnTo>
                    <a:pt x="127635" y="327660"/>
                  </a:lnTo>
                  <a:lnTo>
                    <a:pt x="139065" y="338138"/>
                  </a:lnTo>
                  <a:lnTo>
                    <a:pt x="145732" y="352425"/>
                  </a:lnTo>
                  <a:lnTo>
                    <a:pt x="146685" y="340043"/>
                  </a:lnTo>
                  <a:lnTo>
                    <a:pt x="144780" y="328612"/>
                  </a:lnTo>
                  <a:lnTo>
                    <a:pt x="136207" y="300038"/>
                  </a:lnTo>
                  <a:lnTo>
                    <a:pt x="129540" y="245745"/>
                  </a:lnTo>
                  <a:lnTo>
                    <a:pt x="132398" y="240983"/>
                  </a:lnTo>
                  <a:lnTo>
                    <a:pt x="139065" y="241935"/>
                  </a:lnTo>
                  <a:lnTo>
                    <a:pt x="145732" y="236220"/>
                  </a:lnTo>
                  <a:lnTo>
                    <a:pt x="148590" y="228600"/>
                  </a:lnTo>
                  <a:lnTo>
                    <a:pt x="141923" y="207645"/>
                  </a:lnTo>
                  <a:lnTo>
                    <a:pt x="141923" y="200978"/>
                  </a:lnTo>
                  <a:lnTo>
                    <a:pt x="155257" y="171450"/>
                  </a:lnTo>
                  <a:lnTo>
                    <a:pt x="167640" y="161925"/>
                  </a:lnTo>
                  <a:lnTo>
                    <a:pt x="171450" y="155258"/>
                  </a:lnTo>
                  <a:lnTo>
                    <a:pt x="176212" y="139065"/>
                  </a:lnTo>
                  <a:lnTo>
                    <a:pt x="181928" y="131445"/>
                  </a:lnTo>
                  <a:lnTo>
                    <a:pt x="189548" y="127635"/>
                  </a:lnTo>
                  <a:lnTo>
                    <a:pt x="199073" y="115253"/>
                  </a:lnTo>
                  <a:lnTo>
                    <a:pt x="204788" y="100012"/>
                  </a:lnTo>
                  <a:lnTo>
                    <a:pt x="207645" y="99060"/>
                  </a:lnTo>
                  <a:lnTo>
                    <a:pt x="211455" y="99060"/>
                  </a:lnTo>
                  <a:lnTo>
                    <a:pt x="219075" y="111443"/>
                  </a:lnTo>
                  <a:lnTo>
                    <a:pt x="225743" y="117158"/>
                  </a:lnTo>
                  <a:lnTo>
                    <a:pt x="239078" y="120968"/>
                  </a:lnTo>
                  <a:lnTo>
                    <a:pt x="250507" y="117158"/>
                  </a:lnTo>
                  <a:lnTo>
                    <a:pt x="254318" y="109538"/>
                  </a:lnTo>
                  <a:lnTo>
                    <a:pt x="258128" y="104775"/>
                  </a:lnTo>
                  <a:lnTo>
                    <a:pt x="265748" y="97155"/>
                  </a:lnTo>
                  <a:lnTo>
                    <a:pt x="270510" y="90488"/>
                  </a:lnTo>
                  <a:lnTo>
                    <a:pt x="278130" y="75247"/>
                  </a:lnTo>
                  <a:lnTo>
                    <a:pt x="287655" y="61912"/>
                  </a:lnTo>
                  <a:lnTo>
                    <a:pt x="293370" y="56197"/>
                  </a:lnTo>
                  <a:lnTo>
                    <a:pt x="300990" y="53340"/>
                  </a:lnTo>
                  <a:lnTo>
                    <a:pt x="307657" y="50483"/>
                  </a:lnTo>
                  <a:lnTo>
                    <a:pt x="316230" y="50483"/>
                  </a:lnTo>
                  <a:lnTo>
                    <a:pt x="334328" y="60008"/>
                  </a:lnTo>
                  <a:lnTo>
                    <a:pt x="343853" y="61912"/>
                  </a:lnTo>
                  <a:lnTo>
                    <a:pt x="355282" y="61912"/>
                  </a:lnTo>
                  <a:lnTo>
                    <a:pt x="361950" y="62865"/>
                  </a:lnTo>
                  <a:lnTo>
                    <a:pt x="365760" y="66675"/>
                  </a:lnTo>
                  <a:lnTo>
                    <a:pt x="370523" y="74295"/>
                  </a:lnTo>
                  <a:lnTo>
                    <a:pt x="375285" y="81915"/>
                  </a:lnTo>
                  <a:lnTo>
                    <a:pt x="381000" y="84772"/>
                  </a:lnTo>
                  <a:lnTo>
                    <a:pt x="386715" y="86678"/>
                  </a:lnTo>
                  <a:lnTo>
                    <a:pt x="424815" y="83820"/>
                  </a:lnTo>
                  <a:lnTo>
                    <a:pt x="458153" y="92393"/>
                  </a:lnTo>
                  <a:lnTo>
                    <a:pt x="503873" y="93345"/>
                  </a:lnTo>
                  <a:lnTo>
                    <a:pt x="519112" y="99060"/>
                  </a:lnTo>
                  <a:lnTo>
                    <a:pt x="533400" y="104775"/>
                  </a:lnTo>
                  <a:lnTo>
                    <a:pt x="551498" y="115253"/>
                  </a:lnTo>
                  <a:lnTo>
                    <a:pt x="558165" y="117158"/>
                  </a:lnTo>
                  <a:lnTo>
                    <a:pt x="565785" y="117158"/>
                  </a:lnTo>
                  <a:lnTo>
                    <a:pt x="575310" y="106680"/>
                  </a:lnTo>
                  <a:lnTo>
                    <a:pt x="581978" y="104775"/>
                  </a:lnTo>
                  <a:lnTo>
                    <a:pt x="590550" y="104775"/>
                  </a:lnTo>
                  <a:lnTo>
                    <a:pt x="619125" y="105728"/>
                  </a:lnTo>
                  <a:lnTo>
                    <a:pt x="697230" y="118110"/>
                  </a:lnTo>
                  <a:lnTo>
                    <a:pt x="708660" y="117158"/>
                  </a:lnTo>
                  <a:lnTo>
                    <a:pt x="757238" y="93345"/>
                  </a:lnTo>
                  <a:lnTo>
                    <a:pt x="774382" y="71438"/>
                  </a:lnTo>
                  <a:lnTo>
                    <a:pt x="791528" y="64770"/>
                  </a:lnTo>
                  <a:lnTo>
                    <a:pt x="796290" y="54293"/>
                  </a:lnTo>
                  <a:lnTo>
                    <a:pt x="801053" y="41910"/>
                  </a:lnTo>
                  <a:lnTo>
                    <a:pt x="806768" y="38100"/>
                  </a:lnTo>
                  <a:lnTo>
                    <a:pt x="821055" y="35243"/>
                  </a:lnTo>
                  <a:lnTo>
                    <a:pt x="826770" y="31433"/>
                  </a:lnTo>
                  <a:lnTo>
                    <a:pt x="836295" y="16193"/>
                  </a:lnTo>
                  <a:lnTo>
                    <a:pt x="848678" y="3810"/>
                  </a:lnTo>
                  <a:lnTo>
                    <a:pt x="854393" y="0"/>
                  </a:lnTo>
                  <a:lnTo>
                    <a:pt x="870585" y="953"/>
                  </a:lnTo>
                  <a:lnTo>
                    <a:pt x="878205" y="7620"/>
                  </a:lnTo>
                  <a:lnTo>
                    <a:pt x="887730" y="27622"/>
                  </a:lnTo>
                  <a:lnTo>
                    <a:pt x="885825" y="29528"/>
                  </a:lnTo>
                  <a:lnTo>
                    <a:pt x="875348" y="40005"/>
                  </a:lnTo>
                  <a:lnTo>
                    <a:pt x="872490" y="43815"/>
                  </a:lnTo>
                  <a:lnTo>
                    <a:pt x="860107" y="71438"/>
                  </a:lnTo>
                  <a:lnTo>
                    <a:pt x="851535" y="84772"/>
                  </a:lnTo>
                  <a:lnTo>
                    <a:pt x="841057" y="96203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6869430" y="4682490"/>
              <a:ext cx="1493520" cy="1565910"/>
            </a:xfrm>
            <a:custGeom>
              <a:avLst/>
              <a:gdLst/>
              <a:ahLst/>
              <a:cxnLst/>
              <a:rect l="l" t="t" r="r" b="b"/>
              <a:pathLst>
                <a:path w="1493520" h="1565910">
                  <a:moveTo>
                    <a:pt x="176212" y="55245"/>
                  </a:moveTo>
                  <a:lnTo>
                    <a:pt x="194310" y="56197"/>
                  </a:lnTo>
                  <a:lnTo>
                    <a:pt x="224790" y="49530"/>
                  </a:lnTo>
                  <a:lnTo>
                    <a:pt x="241935" y="49530"/>
                  </a:lnTo>
                  <a:lnTo>
                    <a:pt x="257175" y="55245"/>
                  </a:lnTo>
                  <a:lnTo>
                    <a:pt x="272415" y="58102"/>
                  </a:lnTo>
                  <a:lnTo>
                    <a:pt x="308610" y="53340"/>
                  </a:lnTo>
                  <a:lnTo>
                    <a:pt x="315277" y="55245"/>
                  </a:lnTo>
                  <a:lnTo>
                    <a:pt x="321945" y="58102"/>
                  </a:lnTo>
                  <a:lnTo>
                    <a:pt x="327660" y="62865"/>
                  </a:lnTo>
                  <a:lnTo>
                    <a:pt x="343852" y="80962"/>
                  </a:lnTo>
                  <a:lnTo>
                    <a:pt x="371475" y="102870"/>
                  </a:lnTo>
                  <a:lnTo>
                    <a:pt x="380047" y="117157"/>
                  </a:lnTo>
                  <a:lnTo>
                    <a:pt x="383857" y="133350"/>
                  </a:lnTo>
                  <a:lnTo>
                    <a:pt x="386715" y="136207"/>
                  </a:lnTo>
                  <a:lnTo>
                    <a:pt x="418147" y="166688"/>
                  </a:lnTo>
                  <a:lnTo>
                    <a:pt x="421005" y="180022"/>
                  </a:lnTo>
                  <a:lnTo>
                    <a:pt x="417195" y="198120"/>
                  </a:lnTo>
                  <a:lnTo>
                    <a:pt x="426720" y="211455"/>
                  </a:lnTo>
                  <a:lnTo>
                    <a:pt x="457200" y="223838"/>
                  </a:lnTo>
                  <a:lnTo>
                    <a:pt x="475297" y="233362"/>
                  </a:lnTo>
                  <a:lnTo>
                    <a:pt x="479107" y="239078"/>
                  </a:lnTo>
                  <a:lnTo>
                    <a:pt x="480060" y="245745"/>
                  </a:lnTo>
                  <a:lnTo>
                    <a:pt x="491490" y="257175"/>
                  </a:lnTo>
                  <a:lnTo>
                    <a:pt x="503872" y="263842"/>
                  </a:lnTo>
                  <a:lnTo>
                    <a:pt x="541972" y="281940"/>
                  </a:lnTo>
                  <a:lnTo>
                    <a:pt x="593407" y="319088"/>
                  </a:lnTo>
                  <a:lnTo>
                    <a:pt x="621982" y="337185"/>
                  </a:lnTo>
                  <a:lnTo>
                    <a:pt x="646747" y="362903"/>
                  </a:lnTo>
                  <a:lnTo>
                    <a:pt x="655320" y="377190"/>
                  </a:lnTo>
                  <a:lnTo>
                    <a:pt x="661988" y="390525"/>
                  </a:lnTo>
                  <a:lnTo>
                    <a:pt x="677227" y="409575"/>
                  </a:lnTo>
                  <a:lnTo>
                    <a:pt x="701992" y="434340"/>
                  </a:lnTo>
                  <a:lnTo>
                    <a:pt x="707707" y="442912"/>
                  </a:lnTo>
                  <a:lnTo>
                    <a:pt x="714375" y="454342"/>
                  </a:lnTo>
                  <a:lnTo>
                    <a:pt x="722947" y="463867"/>
                  </a:lnTo>
                  <a:lnTo>
                    <a:pt x="732472" y="473392"/>
                  </a:lnTo>
                  <a:lnTo>
                    <a:pt x="741997" y="480060"/>
                  </a:lnTo>
                  <a:lnTo>
                    <a:pt x="752475" y="482917"/>
                  </a:lnTo>
                  <a:lnTo>
                    <a:pt x="772477" y="501015"/>
                  </a:lnTo>
                  <a:lnTo>
                    <a:pt x="782002" y="506730"/>
                  </a:lnTo>
                  <a:lnTo>
                    <a:pt x="780097" y="492442"/>
                  </a:lnTo>
                  <a:lnTo>
                    <a:pt x="772477" y="480060"/>
                  </a:lnTo>
                  <a:lnTo>
                    <a:pt x="772477" y="473392"/>
                  </a:lnTo>
                  <a:lnTo>
                    <a:pt x="773430" y="466725"/>
                  </a:lnTo>
                  <a:lnTo>
                    <a:pt x="780097" y="461010"/>
                  </a:lnTo>
                  <a:lnTo>
                    <a:pt x="788670" y="459105"/>
                  </a:lnTo>
                  <a:lnTo>
                    <a:pt x="803910" y="463867"/>
                  </a:lnTo>
                  <a:lnTo>
                    <a:pt x="826770" y="485775"/>
                  </a:lnTo>
                  <a:lnTo>
                    <a:pt x="838200" y="498157"/>
                  </a:lnTo>
                  <a:lnTo>
                    <a:pt x="846772" y="514350"/>
                  </a:lnTo>
                  <a:lnTo>
                    <a:pt x="851535" y="532447"/>
                  </a:lnTo>
                  <a:lnTo>
                    <a:pt x="862965" y="541972"/>
                  </a:lnTo>
                  <a:lnTo>
                    <a:pt x="875347" y="544830"/>
                  </a:lnTo>
                  <a:lnTo>
                    <a:pt x="890588" y="545782"/>
                  </a:lnTo>
                  <a:lnTo>
                    <a:pt x="905827" y="551497"/>
                  </a:lnTo>
                  <a:lnTo>
                    <a:pt x="937260" y="576262"/>
                  </a:lnTo>
                  <a:lnTo>
                    <a:pt x="948690" y="587692"/>
                  </a:lnTo>
                  <a:lnTo>
                    <a:pt x="956310" y="601028"/>
                  </a:lnTo>
                  <a:lnTo>
                    <a:pt x="962025" y="618172"/>
                  </a:lnTo>
                  <a:lnTo>
                    <a:pt x="964882" y="634365"/>
                  </a:lnTo>
                  <a:lnTo>
                    <a:pt x="967740" y="638175"/>
                  </a:lnTo>
                  <a:lnTo>
                    <a:pt x="988695" y="659130"/>
                  </a:lnTo>
                  <a:lnTo>
                    <a:pt x="999172" y="667703"/>
                  </a:lnTo>
                  <a:lnTo>
                    <a:pt x="1013460" y="671512"/>
                  </a:lnTo>
                  <a:lnTo>
                    <a:pt x="1051560" y="675322"/>
                  </a:lnTo>
                  <a:lnTo>
                    <a:pt x="1064895" y="683895"/>
                  </a:lnTo>
                  <a:lnTo>
                    <a:pt x="1076325" y="695325"/>
                  </a:lnTo>
                  <a:lnTo>
                    <a:pt x="1082040" y="707707"/>
                  </a:lnTo>
                  <a:lnTo>
                    <a:pt x="1073467" y="717232"/>
                  </a:lnTo>
                  <a:lnTo>
                    <a:pt x="1042988" y="733425"/>
                  </a:lnTo>
                  <a:lnTo>
                    <a:pt x="1010602" y="744855"/>
                  </a:lnTo>
                  <a:lnTo>
                    <a:pt x="1042035" y="741997"/>
                  </a:lnTo>
                  <a:lnTo>
                    <a:pt x="1057275" y="736282"/>
                  </a:lnTo>
                  <a:lnTo>
                    <a:pt x="1072515" y="729615"/>
                  </a:lnTo>
                  <a:lnTo>
                    <a:pt x="1087755" y="720090"/>
                  </a:lnTo>
                  <a:lnTo>
                    <a:pt x="1110615" y="705803"/>
                  </a:lnTo>
                  <a:lnTo>
                    <a:pt x="1119188" y="704850"/>
                  </a:lnTo>
                  <a:lnTo>
                    <a:pt x="1128712" y="704850"/>
                  </a:lnTo>
                  <a:lnTo>
                    <a:pt x="1138238" y="708660"/>
                  </a:lnTo>
                  <a:lnTo>
                    <a:pt x="1151572" y="721042"/>
                  </a:lnTo>
                  <a:lnTo>
                    <a:pt x="1163955" y="734378"/>
                  </a:lnTo>
                  <a:lnTo>
                    <a:pt x="1174432" y="751522"/>
                  </a:lnTo>
                  <a:lnTo>
                    <a:pt x="1181100" y="767715"/>
                  </a:lnTo>
                  <a:lnTo>
                    <a:pt x="1169670" y="777240"/>
                  </a:lnTo>
                  <a:lnTo>
                    <a:pt x="1153477" y="783907"/>
                  </a:lnTo>
                  <a:lnTo>
                    <a:pt x="1131570" y="801053"/>
                  </a:lnTo>
                  <a:lnTo>
                    <a:pt x="1128712" y="807720"/>
                  </a:lnTo>
                  <a:lnTo>
                    <a:pt x="1134427" y="811530"/>
                  </a:lnTo>
                  <a:lnTo>
                    <a:pt x="1128712" y="823912"/>
                  </a:lnTo>
                  <a:lnTo>
                    <a:pt x="1141095" y="832485"/>
                  </a:lnTo>
                  <a:lnTo>
                    <a:pt x="1142047" y="839153"/>
                  </a:lnTo>
                  <a:lnTo>
                    <a:pt x="1131570" y="847725"/>
                  </a:lnTo>
                  <a:lnTo>
                    <a:pt x="1132522" y="854392"/>
                  </a:lnTo>
                  <a:lnTo>
                    <a:pt x="1144905" y="878205"/>
                  </a:lnTo>
                  <a:lnTo>
                    <a:pt x="1151572" y="884872"/>
                  </a:lnTo>
                  <a:lnTo>
                    <a:pt x="1171575" y="897255"/>
                  </a:lnTo>
                  <a:lnTo>
                    <a:pt x="1201102" y="909638"/>
                  </a:lnTo>
                  <a:lnTo>
                    <a:pt x="1218247" y="915353"/>
                  </a:lnTo>
                  <a:lnTo>
                    <a:pt x="1237297" y="919162"/>
                  </a:lnTo>
                  <a:lnTo>
                    <a:pt x="1245870" y="919162"/>
                  </a:lnTo>
                  <a:lnTo>
                    <a:pt x="1259205" y="918210"/>
                  </a:lnTo>
                  <a:lnTo>
                    <a:pt x="1262062" y="922020"/>
                  </a:lnTo>
                  <a:lnTo>
                    <a:pt x="1267777" y="946785"/>
                  </a:lnTo>
                  <a:lnTo>
                    <a:pt x="1271588" y="962025"/>
                  </a:lnTo>
                  <a:lnTo>
                    <a:pt x="1276350" y="995362"/>
                  </a:lnTo>
                  <a:lnTo>
                    <a:pt x="1281112" y="1008697"/>
                  </a:lnTo>
                  <a:lnTo>
                    <a:pt x="1280160" y="1024890"/>
                  </a:lnTo>
                  <a:lnTo>
                    <a:pt x="1288732" y="1039178"/>
                  </a:lnTo>
                  <a:lnTo>
                    <a:pt x="1303020" y="1048703"/>
                  </a:lnTo>
                  <a:lnTo>
                    <a:pt x="1318260" y="1055370"/>
                  </a:lnTo>
                  <a:lnTo>
                    <a:pt x="1326832" y="1062038"/>
                  </a:lnTo>
                  <a:lnTo>
                    <a:pt x="1326832" y="1073467"/>
                  </a:lnTo>
                  <a:lnTo>
                    <a:pt x="1323975" y="1082040"/>
                  </a:lnTo>
                  <a:lnTo>
                    <a:pt x="1318260" y="1088707"/>
                  </a:lnTo>
                  <a:lnTo>
                    <a:pt x="1302067" y="1103947"/>
                  </a:lnTo>
                  <a:lnTo>
                    <a:pt x="1299210" y="1108710"/>
                  </a:lnTo>
                  <a:lnTo>
                    <a:pt x="1296352" y="1123950"/>
                  </a:lnTo>
                  <a:lnTo>
                    <a:pt x="1299210" y="1131570"/>
                  </a:lnTo>
                  <a:lnTo>
                    <a:pt x="1305877" y="1132522"/>
                  </a:lnTo>
                  <a:lnTo>
                    <a:pt x="1310640" y="1128712"/>
                  </a:lnTo>
                  <a:lnTo>
                    <a:pt x="1330642" y="1107757"/>
                  </a:lnTo>
                  <a:lnTo>
                    <a:pt x="1336357" y="1103947"/>
                  </a:lnTo>
                  <a:lnTo>
                    <a:pt x="1343025" y="1101090"/>
                  </a:lnTo>
                  <a:lnTo>
                    <a:pt x="1351597" y="1099185"/>
                  </a:lnTo>
                  <a:lnTo>
                    <a:pt x="1385888" y="1099185"/>
                  </a:lnTo>
                  <a:lnTo>
                    <a:pt x="1402080" y="1102042"/>
                  </a:lnTo>
                  <a:lnTo>
                    <a:pt x="1414462" y="1108710"/>
                  </a:lnTo>
                  <a:lnTo>
                    <a:pt x="1426845" y="1117282"/>
                  </a:lnTo>
                  <a:lnTo>
                    <a:pt x="1471612" y="1172528"/>
                  </a:lnTo>
                  <a:lnTo>
                    <a:pt x="1490662" y="1203007"/>
                  </a:lnTo>
                  <a:lnTo>
                    <a:pt x="1493520" y="1209675"/>
                  </a:lnTo>
                  <a:lnTo>
                    <a:pt x="1493520" y="1218247"/>
                  </a:lnTo>
                  <a:lnTo>
                    <a:pt x="1488757" y="1223010"/>
                  </a:lnTo>
                  <a:lnTo>
                    <a:pt x="1471612" y="1243965"/>
                  </a:lnTo>
                  <a:lnTo>
                    <a:pt x="1469707" y="1249680"/>
                  </a:lnTo>
                  <a:lnTo>
                    <a:pt x="1463040" y="1271588"/>
                  </a:lnTo>
                  <a:lnTo>
                    <a:pt x="1463992" y="1287780"/>
                  </a:lnTo>
                  <a:lnTo>
                    <a:pt x="1471612" y="1295400"/>
                  </a:lnTo>
                  <a:lnTo>
                    <a:pt x="1475422" y="1302067"/>
                  </a:lnTo>
                  <a:lnTo>
                    <a:pt x="1475422" y="1308735"/>
                  </a:lnTo>
                  <a:lnTo>
                    <a:pt x="1463040" y="1342072"/>
                  </a:lnTo>
                  <a:lnTo>
                    <a:pt x="1462088" y="1346835"/>
                  </a:lnTo>
                  <a:lnTo>
                    <a:pt x="1469707" y="1401128"/>
                  </a:lnTo>
                  <a:lnTo>
                    <a:pt x="1469707" y="1416367"/>
                  </a:lnTo>
                  <a:lnTo>
                    <a:pt x="1468755" y="1433512"/>
                  </a:lnTo>
                  <a:lnTo>
                    <a:pt x="1469707" y="1463992"/>
                  </a:lnTo>
                  <a:lnTo>
                    <a:pt x="1460182" y="1556385"/>
                  </a:lnTo>
                  <a:lnTo>
                    <a:pt x="1457325" y="1562100"/>
                  </a:lnTo>
                  <a:lnTo>
                    <a:pt x="1455420" y="1565910"/>
                  </a:lnTo>
                  <a:lnTo>
                    <a:pt x="1425892" y="1565910"/>
                  </a:lnTo>
                  <a:lnTo>
                    <a:pt x="1423035" y="1560195"/>
                  </a:lnTo>
                  <a:lnTo>
                    <a:pt x="1419225" y="1555432"/>
                  </a:lnTo>
                  <a:lnTo>
                    <a:pt x="1395412" y="1538288"/>
                  </a:lnTo>
                  <a:lnTo>
                    <a:pt x="1388745" y="1541145"/>
                  </a:lnTo>
                  <a:lnTo>
                    <a:pt x="1364932" y="1562100"/>
                  </a:lnTo>
                  <a:lnTo>
                    <a:pt x="1359217" y="1565910"/>
                  </a:lnTo>
                  <a:lnTo>
                    <a:pt x="1358265" y="1565910"/>
                  </a:lnTo>
                  <a:lnTo>
                    <a:pt x="1350645" y="1563053"/>
                  </a:lnTo>
                  <a:lnTo>
                    <a:pt x="1338262" y="1556385"/>
                  </a:lnTo>
                  <a:lnTo>
                    <a:pt x="1298257" y="1534478"/>
                  </a:lnTo>
                  <a:lnTo>
                    <a:pt x="1295400" y="1541145"/>
                  </a:lnTo>
                  <a:lnTo>
                    <a:pt x="1295400" y="1550670"/>
                  </a:lnTo>
                  <a:lnTo>
                    <a:pt x="1300162" y="1565910"/>
                  </a:lnTo>
                  <a:lnTo>
                    <a:pt x="1268730" y="1565910"/>
                  </a:lnTo>
                  <a:lnTo>
                    <a:pt x="1261110" y="1558290"/>
                  </a:lnTo>
                  <a:lnTo>
                    <a:pt x="1243012" y="1537335"/>
                  </a:lnTo>
                  <a:lnTo>
                    <a:pt x="1230630" y="1527810"/>
                  </a:lnTo>
                  <a:lnTo>
                    <a:pt x="1219200" y="1516380"/>
                  </a:lnTo>
                  <a:lnTo>
                    <a:pt x="1186815" y="1473517"/>
                  </a:lnTo>
                  <a:lnTo>
                    <a:pt x="1178242" y="1466850"/>
                  </a:lnTo>
                  <a:lnTo>
                    <a:pt x="1128712" y="1438275"/>
                  </a:lnTo>
                  <a:lnTo>
                    <a:pt x="1117282" y="1429703"/>
                  </a:lnTo>
                  <a:lnTo>
                    <a:pt x="1104900" y="1419225"/>
                  </a:lnTo>
                  <a:lnTo>
                    <a:pt x="1091565" y="1407795"/>
                  </a:lnTo>
                  <a:lnTo>
                    <a:pt x="1061085" y="1389697"/>
                  </a:lnTo>
                  <a:lnTo>
                    <a:pt x="1008697" y="1345882"/>
                  </a:lnTo>
                  <a:lnTo>
                    <a:pt x="985838" y="1321117"/>
                  </a:lnTo>
                  <a:lnTo>
                    <a:pt x="961072" y="1280160"/>
                  </a:lnTo>
                  <a:lnTo>
                    <a:pt x="952500" y="1270635"/>
                  </a:lnTo>
                  <a:lnTo>
                    <a:pt x="909638" y="1240155"/>
                  </a:lnTo>
                  <a:lnTo>
                    <a:pt x="886777" y="1221105"/>
                  </a:lnTo>
                  <a:lnTo>
                    <a:pt x="876300" y="1210628"/>
                  </a:lnTo>
                  <a:lnTo>
                    <a:pt x="853440" y="1173480"/>
                  </a:lnTo>
                  <a:lnTo>
                    <a:pt x="846772" y="1161097"/>
                  </a:lnTo>
                  <a:lnTo>
                    <a:pt x="839152" y="1150620"/>
                  </a:lnTo>
                  <a:lnTo>
                    <a:pt x="825817" y="1141095"/>
                  </a:lnTo>
                  <a:lnTo>
                    <a:pt x="813435" y="1131570"/>
                  </a:lnTo>
                  <a:lnTo>
                    <a:pt x="788670" y="1096328"/>
                  </a:lnTo>
                  <a:lnTo>
                    <a:pt x="782002" y="1083945"/>
                  </a:lnTo>
                  <a:lnTo>
                    <a:pt x="776288" y="1069657"/>
                  </a:lnTo>
                  <a:lnTo>
                    <a:pt x="777240" y="1042035"/>
                  </a:lnTo>
                  <a:lnTo>
                    <a:pt x="726757" y="953453"/>
                  </a:lnTo>
                  <a:lnTo>
                    <a:pt x="713422" y="925830"/>
                  </a:lnTo>
                  <a:lnTo>
                    <a:pt x="701992" y="888682"/>
                  </a:lnTo>
                  <a:lnTo>
                    <a:pt x="699135" y="884872"/>
                  </a:lnTo>
                  <a:lnTo>
                    <a:pt x="671512" y="850582"/>
                  </a:lnTo>
                  <a:lnTo>
                    <a:pt x="661988" y="841057"/>
                  </a:lnTo>
                  <a:lnTo>
                    <a:pt x="649605" y="829628"/>
                  </a:lnTo>
                  <a:lnTo>
                    <a:pt x="640080" y="817245"/>
                  </a:lnTo>
                  <a:lnTo>
                    <a:pt x="621030" y="779145"/>
                  </a:lnTo>
                  <a:lnTo>
                    <a:pt x="613410" y="767715"/>
                  </a:lnTo>
                  <a:lnTo>
                    <a:pt x="603885" y="761047"/>
                  </a:lnTo>
                  <a:lnTo>
                    <a:pt x="566738" y="745807"/>
                  </a:lnTo>
                  <a:lnTo>
                    <a:pt x="554355" y="737235"/>
                  </a:lnTo>
                  <a:lnTo>
                    <a:pt x="543877" y="726757"/>
                  </a:lnTo>
                  <a:lnTo>
                    <a:pt x="537210" y="711517"/>
                  </a:lnTo>
                  <a:lnTo>
                    <a:pt x="529590" y="680085"/>
                  </a:lnTo>
                  <a:lnTo>
                    <a:pt x="512445" y="633412"/>
                  </a:lnTo>
                  <a:lnTo>
                    <a:pt x="494347" y="568642"/>
                  </a:lnTo>
                  <a:lnTo>
                    <a:pt x="480060" y="541020"/>
                  </a:lnTo>
                  <a:lnTo>
                    <a:pt x="466725" y="517207"/>
                  </a:lnTo>
                  <a:lnTo>
                    <a:pt x="461010" y="513397"/>
                  </a:lnTo>
                  <a:lnTo>
                    <a:pt x="395288" y="473392"/>
                  </a:lnTo>
                  <a:lnTo>
                    <a:pt x="385762" y="466725"/>
                  </a:lnTo>
                  <a:lnTo>
                    <a:pt x="373380" y="463867"/>
                  </a:lnTo>
                  <a:lnTo>
                    <a:pt x="356235" y="461010"/>
                  </a:lnTo>
                  <a:lnTo>
                    <a:pt x="342900" y="449580"/>
                  </a:lnTo>
                  <a:lnTo>
                    <a:pt x="337185" y="432435"/>
                  </a:lnTo>
                  <a:lnTo>
                    <a:pt x="334327" y="405765"/>
                  </a:lnTo>
                  <a:lnTo>
                    <a:pt x="331470" y="390525"/>
                  </a:lnTo>
                  <a:lnTo>
                    <a:pt x="327660" y="382905"/>
                  </a:lnTo>
                  <a:lnTo>
                    <a:pt x="300038" y="364807"/>
                  </a:lnTo>
                  <a:lnTo>
                    <a:pt x="288607" y="350520"/>
                  </a:lnTo>
                  <a:lnTo>
                    <a:pt x="280988" y="335280"/>
                  </a:lnTo>
                  <a:lnTo>
                    <a:pt x="272415" y="322897"/>
                  </a:lnTo>
                  <a:lnTo>
                    <a:pt x="241935" y="281940"/>
                  </a:lnTo>
                  <a:lnTo>
                    <a:pt x="231457" y="272415"/>
                  </a:lnTo>
                  <a:lnTo>
                    <a:pt x="219075" y="263842"/>
                  </a:lnTo>
                  <a:lnTo>
                    <a:pt x="181927" y="256222"/>
                  </a:lnTo>
                  <a:lnTo>
                    <a:pt x="169545" y="248603"/>
                  </a:lnTo>
                  <a:lnTo>
                    <a:pt x="151447" y="225742"/>
                  </a:lnTo>
                  <a:lnTo>
                    <a:pt x="140017" y="214312"/>
                  </a:lnTo>
                  <a:lnTo>
                    <a:pt x="107632" y="188595"/>
                  </a:lnTo>
                  <a:lnTo>
                    <a:pt x="50482" y="133350"/>
                  </a:lnTo>
                  <a:lnTo>
                    <a:pt x="40005" y="120015"/>
                  </a:lnTo>
                  <a:lnTo>
                    <a:pt x="30480" y="105727"/>
                  </a:lnTo>
                  <a:lnTo>
                    <a:pt x="23812" y="89535"/>
                  </a:lnTo>
                  <a:lnTo>
                    <a:pt x="0" y="47625"/>
                  </a:lnTo>
                  <a:lnTo>
                    <a:pt x="952" y="38100"/>
                  </a:lnTo>
                  <a:lnTo>
                    <a:pt x="5715" y="30480"/>
                  </a:lnTo>
                  <a:lnTo>
                    <a:pt x="3810" y="22860"/>
                  </a:lnTo>
                  <a:lnTo>
                    <a:pt x="952" y="15240"/>
                  </a:lnTo>
                  <a:lnTo>
                    <a:pt x="2857" y="9525"/>
                  </a:lnTo>
                  <a:lnTo>
                    <a:pt x="9525" y="5715"/>
                  </a:lnTo>
                  <a:lnTo>
                    <a:pt x="25717" y="0"/>
                  </a:lnTo>
                  <a:lnTo>
                    <a:pt x="42862" y="0"/>
                  </a:lnTo>
                  <a:lnTo>
                    <a:pt x="58102" y="2857"/>
                  </a:lnTo>
                  <a:lnTo>
                    <a:pt x="73342" y="6667"/>
                  </a:lnTo>
                  <a:lnTo>
                    <a:pt x="86677" y="16192"/>
                  </a:lnTo>
                  <a:lnTo>
                    <a:pt x="113347" y="38100"/>
                  </a:lnTo>
                  <a:lnTo>
                    <a:pt x="126682" y="46672"/>
                  </a:lnTo>
                  <a:lnTo>
                    <a:pt x="142875" y="49530"/>
                  </a:lnTo>
                  <a:lnTo>
                    <a:pt x="176212" y="55245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8755380" y="4494848"/>
              <a:ext cx="1425893" cy="1536383"/>
            </a:xfrm>
            <a:custGeom>
              <a:avLst/>
              <a:gdLst/>
              <a:ahLst/>
              <a:cxnLst/>
              <a:rect l="l" t="t" r="r" b="b"/>
              <a:pathLst>
                <a:path w="1425893" h="1536383">
                  <a:moveTo>
                    <a:pt x="1086802" y="41910"/>
                  </a:moveTo>
                  <a:lnTo>
                    <a:pt x="1083945" y="52388"/>
                  </a:lnTo>
                  <a:lnTo>
                    <a:pt x="1086802" y="52388"/>
                  </a:lnTo>
                  <a:lnTo>
                    <a:pt x="1101090" y="45720"/>
                  </a:lnTo>
                  <a:lnTo>
                    <a:pt x="1116330" y="26670"/>
                  </a:lnTo>
                  <a:lnTo>
                    <a:pt x="1123950" y="9525"/>
                  </a:lnTo>
                  <a:lnTo>
                    <a:pt x="1130618" y="2858"/>
                  </a:lnTo>
                  <a:lnTo>
                    <a:pt x="1144905" y="7620"/>
                  </a:lnTo>
                  <a:lnTo>
                    <a:pt x="1147762" y="9525"/>
                  </a:lnTo>
                  <a:lnTo>
                    <a:pt x="1145857" y="21908"/>
                  </a:lnTo>
                  <a:lnTo>
                    <a:pt x="1147762" y="29528"/>
                  </a:lnTo>
                  <a:lnTo>
                    <a:pt x="1153477" y="42862"/>
                  </a:lnTo>
                  <a:lnTo>
                    <a:pt x="1165860" y="52388"/>
                  </a:lnTo>
                  <a:lnTo>
                    <a:pt x="1182052" y="58103"/>
                  </a:lnTo>
                  <a:lnTo>
                    <a:pt x="1197293" y="66675"/>
                  </a:lnTo>
                  <a:lnTo>
                    <a:pt x="1203007" y="71438"/>
                  </a:lnTo>
                  <a:lnTo>
                    <a:pt x="1204912" y="77153"/>
                  </a:lnTo>
                  <a:lnTo>
                    <a:pt x="1207770" y="88583"/>
                  </a:lnTo>
                  <a:lnTo>
                    <a:pt x="1207770" y="99060"/>
                  </a:lnTo>
                  <a:lnTo>
                    <a:pt x="1197293" y="108585"/>
                  </a:lnTo>
                  <a:lnTo>
                    <a:pt x="1203007" y="126683"/>
                  </a:lnTo>
                  <a:lnTo>
                    <a:pt x="1201102" y="136208"/>
                  </a:lnTo>
                  <a:lnTo>
                    <a:pt x="1198245" y="144780"/>
                  </a:lnTo>
                  <a:lnTo>
                    <a:pt x="1182052" y="153353"/>
                  </a:lnTo>
                  <a:lnTo>
                    <a:pt x="1225868" y="144780"/>
                  </a:lnTo>
                  <a:lnTo>
                    <a:pt x="1237297" y="140970"/>
                  </a:lnTo>
                  <a:lnTo>
                    <a:pt x="1250632" y="129540"/>
                  </a:lnTo>
                  <a:lnTo>
                    <a:pt x="1259205" y="139065"/>
                  </a:lnTo>
                  <a:lnTo>
                    <a:pt x="1266825" y="156210"/>
                  </a:lnTo>
                  <a:lnTo>
                    <a:pt x="1260157" y="160020"/>
                  </a:lnTo>
                  <a:lnTo>
                    <a:pt x="1242060" y="165735"/>
                  </a:lnTo>
                  <a:lnTo>
                    <a:pt x="1241107" y="168593"/>
                  </a:lnTo>
                  <a:lnTo>
                    <a:pt x="1246822" y="176212"/>
                  </a:lnTo>
                  <a:lnTo>
                    <a:pt x="1254443" y="176212"/>
                  </a:lnTo>
                  <a:lnTo>
                    <a:pt x="1269682" y="170498"/>
                  </a:lnTo>
                  <a:lnTo>
                    <a:pt x="1284922" y="160973"/>
                  </a:lnTo>
                  <a:lnTo>
                    <a:pt x="1291590" y="160973"/>
                  </a:lnTo>
                  <a:lnTo>
                    <a:pt x="1299210" y="162878"/>
                  </a:lnTo>
                  <a:lnTo>
                    <a:pt x="1314450" y="169545"/>
                  </a:lnTo>
                  <a:lnTo>
                    <a:pt x="1321118" y="173355"/>
                  </a:lnTo>
                  <a:lnTo>
                    <a:pt x="1327785" y="180975"/>
                  </a:lnTo>
                  <a:lnTo>
                    <a:pt x="1331595" y="193358"/>
                  </a:lnTo>
                  <a:lnTo>
                    <a:pt x="1348740" y="197168"/>
                  </a:lnTo>
                  <a:lnTo>
                    <a:pt x="1383030" y="215265"/>
                  </a:lnTo>
                  <a:lnTo>
                    <a:pt x="1388745" y="216218"/>
                  </a:lnTo>
                  <a:lnTo>
                    <a:pt x="1395412" y="216218"/>
                  </a:lnTo>
                  <a:lnTo>
                    <a:pt x="1413510" y="215265"/>
                  </a:lnTo>
                  <a:lnTo>
                    <a:pt x="1418272" y="218123"/>
                  </a:lnTo>
                  <a:lnTo>
                    <a:pt x="1423988" y="222885"/>
                  </a:lnTo>
                  <a:lnTo>
                    <a:pt x="1425893" y="231458"/>
                  </a:lnTo>
                  <a:lnTo>
                    <a:pt x="1423988" y="240030"/>
                  </a:lnTo>
                  <a:lnTo>
                    <a:pt x="1423035" y="246698"/>
                  </a:lnTo>
                  <a:lnTo>
                    <a:pt x="1418272" y="252412"/>
                  </a:lnTo>
                  <a:lnTo>
                    <a:pt x="1405890" y="260033"/>
                  </a:lnTo>
                  <a:lnTo>
                    <a:pt x="1376362" y="271462"/>
                  </a:lnTo>
                  <a:lnTo>
                    <a:pt x="1343025" y="280035"/>
                  </a:lnTo>
                  <a:lnTo>
                    <a:pt x="1326832" y="278130"/>
                  </a:lnTo>
                  <a:lnTo>
                    <a:pt x="1303020" y="271462"/>
                  </a:lnTo>
                  <a:lnTo>
                    <a:pt x="1294447" y="272415"/>
                  </a:lnTo>
                  <a:lnTo>
                    <a:pt x="1286827" y="275273"/>
                  </a:lnTo>
                  <a:lnTo>
                    <a:pt x="1275397" y="297180"/>
                  </a:lnTo>
                  <a:lnTo>
                    <a:pt x="1294447" y="320040"/>
                  </a:lnTo>
                  <a:lnTo>
                    <a:pt x="1327785" y="342900"/>
                  </a:lnTo>
                  <a:lnTo>
                    <a:pt x="1331595" y="348615"/>
                  </a:lnTo>
                  <a:lnTo>
                    <a:pt x="1331595" y="355283"/>
                  </a:lnTo>
                  <a:lnTo>
                    <a:pt x="1326832" y="359093"/>
                  </a:lnTo>
                  <a:lnTo>
                    <a:pt x="1319212" y="361950"/>
                  </a:lnTo>
                  <a:lnTo>
                    <a:pt x="1300162" y="364808"/>
                  </a:lnTo>
                  <a:lnTo>
                    <a:pt x="1282065" y="367665"/>
                  </a:lnTo>
                  <a:lnTo>
                    <a:pt x="1266825" y="371475"/>
                  </a:lnTo>
                  <a:lnTo>
                    <a:pt x="1252538" y="377190"/>
                  </a:lnTo>
                  <a:lnTo>
                    <a:pt x="1237297" y="376238"/>
                  </a:lnTo>
                  <a:lnTo>
                    <a:pt x="1215390" y="364808"/>
                  </a:lnTo>
                  <a:lnTo>
                    <a:pt x="1209675" y="364808"/>
                  </a:lnTo>
                  <a:lnTo>
                    <a:pt x="1203007" y="370523"/>
                  </a:lnTo>
                  <a:lnTo>
                    <a:pt x="1195388" y="383858"/>
                  </a:lnTo>
                  <a:lnTo>
                    <a:pt x="1190625" y="389572"/>
                  </a:lnTo>
                  <a:lnTo>
                    <a:pt x="1182052" y="394335"/>
                  </a:lnTo>
                  <a:lnTo>
                    <a:pt x="1176338" y="401003"/>
                  </a:lnTo>
                  <a:lnTo>
                    <a:pt x="1190625" y="413385"/>
                  </a:lnTo>
                  <a:lnTo>
                    <a:pt x="1190625" y="421005"/>
                  </a:lnTo>
                  <a:lnTo>
                    <a:pt x="1201102" y="428625"/>
                  </a:lnTo>
                  <a:lnTo>
                    <a:pt x="1213485" y="439103"/>
                  </a:lnTo>
                  <a:lnTo>
                    <a:pt x="1213485" y="443865"/>
                  </a:lnTo>
                  <a:lnTo>
                    <a:pt x="1217295" y="448628"/>
                  </a:lnTo>
                  <a:lnTo>
                    <a:pt x="1220152" y="454343"/>
                  </a:lnTo>
                  <a:lnTo>
                    <a:pt x="1212532" y="461010"/>
                  </a:lnTo>
                  <a:lnTo>
                    <a:pt x="1200150" y="461010"/>
                  </a:lnTo>
                  <a:lnTo>
                    <a:pt x="1191577" y="456247"/>
                  </a:lnTo>
                  <a:lnTo>
                    <a:pt x="1183005" y="448628"/>
                  </a:lnTo>
                  <a:lnTo>
                    <a:pt x="1182052" y="457200"/>
                  </a:lnTo>
                  <a:lnTo>
                    <a:pt x="1175385" y="462915"/>
                  </a:lnTo>
                  <a:lnTo>
                    <a:pt x="1153477" y="461010"/>
                  </a:lnTo>
                  <a:lnTo>
                    <a:pt x="1136332" y="461010"/>
                  </a:lnTo>
                  <a:lnTo>
                    <a:pt x="1121093" y="463868"/>
                  </a:lnTo>
                  <a:lnTo>
                    <a:pt x="1128712" y="465772"/>
                  </a:lnTo>
                  <a:lnTo>
                    <a:pt x="1135380" y="468630"/>
                  </a:lnTo>
                  <a:lnTo>
                    <a:pt x="1160145" y="490538"/>
                  </a:lnTo>
                  <a:lnTo>
                    <a:pt x="1165860" y="498158"/>
                  </a:lnTo>
                  <a:lnTo>
                    <a:pt x="1157288" y="516255"/>
                  </a:lnTo>
                  <a:lnTo>
                    <a:pt x="1161097" y="522922"/>
                  </a:lnTo>
                  <a:lnTo>
                    <a:pt x="1170622" y="525780"/>
                  </a:lnTo>
                  <a:lnTo>
                    <a:pt x="1183005" y="535305"/>
                  </a:lnTo>
                  <a:lnTo>
                    <a:pt x="1191577" y="535305"/>
                  </a:lnTo>
                  <a:lnTo>
                    <a:pt x="1197293" y="541020"/>
                  </a:lnTo>
                  <a:lnTo>
                    <a:pt x="1197293" y="547688"/>
                  </a:lnTo>
                  <a:lnTo>
                    <a:pt x="1201102" y="556260"/>
                  </a:lnTo>
                  <a:lnTo>
                    <a:pt x="1191577" y="559118"/>
                  </a:lnTo>
                  <a:lnTo>
                    <a:pt x="1201102" y="560070"/>
                  </a:lnTo>
                  <a:lnTo>
                    <a:pt x="1209675" y="564833"/>
                  </a:lnTo>
                  <a:lnTo>
                    <a:pt x="1204912" y="568643"/>
                  </a:lnTo>
                  <a:lnTo>
                    <a:pt x="1201102" y="572453"/>
                  </a:lnTo>
                  <a:lnTo>
                    <a:pt x="1204912" y="575310"/>
                  </a:lnTo>
                  <a:lnTo>
                    <a:pt x="1216343" y="581025"/>
                  </a:lnTo>
                  <a:lnTo>
                    <a:pt x="1220152" y="583883"/>
                  </a:lnTo>
                  <a:lnTo>
                    <a:pt x="1224915" y="595312"/>
                  </a:lnTo>
                  <a:lnTo>
                    <a:pt x="1234440" y="612458"/>
                  </a:lnTo>
                  <a:lnTo>
                    <a:pt x="1254443" y="634365"/>
                  </a:lnTo>
                  <a:lnTo>
                    <a:pt x="1259205" y="642938"/>
                  </a:lnTo>
                  <a:lnTo>
                    <a:pt x="1259205" y="651510"/>
                  </a:lnTo>
                  <a:lnTo>
                    <a:pt x="1256347" y="657225"/>
                  </a:lnTo>
                  <a:lnTo>
                    <a:pt x="1244918" y="664845"/>
                  </a:lnTo>
                  <a:lnTo>
                    <a:pt x="1235393" y="674370"/>
                  </a:lnTo>
                  <a:lnTo>
                    <a:pt x="1234440" y="679133"/>
                  </a:lnTo>
                  <a:lnTo>
                    <a:pt x="1222057" y="682943"/>
                  </a:lnTo>
                  <a:lnTo>
                    <a:pt x="1227772" y="686753"/>
                  </a:lnTo>
                  <a:lnTo>
                    <a:pt x="1231582" y="691515"/>
                  </a:lnTo>
                  <a:lnTo>
                    <a:pt x="1241107" y="704850"/>
                  </a:lnTo>
                  <a:lnTo>
                    <a:pt x="1262062" y="728662"/>
                  </a:lnTo>
                  <a:lnTo>
                    <a:pt x="1272540" y="736283"/>
                  </a:lnTo>
                  <a:lnTo>
                    <a:pt x="1315402" y="766762"/>
                  </a:lnTo>
                  <a:lnTo>
                    <a:pt x="1339215" y="781050"/>
                  </a:lnTo>
                  <a:lnTo>
                    <a:pt x="1367790" y="810578"/>
                  </a:lnTo>
                  <a:lnTo>
                    <a:pt x="1383030" y="819150"/>
                  </a:lnTo>
                  <a:lnTo>
                    <a:pt x="1386840" y="827722"/>
                  </a:lnTo>
                  <a:lnTo>
                    <a:pt x="1373505" y="840105"/>
                  </a:lnTo>
                  <a:lnTo>
                    <a:pt x="1355407" y="846772"/>
                  </a:lnTo>
                  <a:lnTo>
                    <a:pt x="1323975" y="850583"/>
                  </a:lnTo>
                  <a:lnTo>
                    <a:pt x="1293495" y="845820"/>
                  </a:lnTo>
                  <a:lnTo>
                    <a:pt x="1277302" y="842962"/>
                  </a:lnTo>
                  <a:lnTo>
                    <a:pt x="1263015" y="834390"/>
                  </a:lnTo>
                  <a:lnTo>
                    <a:pt x="1252538" y="819150"/>
                  </a:lnTo>
                  <a:lnTo>
                    <a:pt x="1238250" y="810578"/>
                  </a:lnTo>
                  <a:lnTo>
                    <a:pt x="1243965" y="821055"/>
                  </a:lnTo>
                  <a:lnTo>
                    <a:pt x="1247775" y="830580"/>
                  </a:lnTo>
                  <a:lnTo>
                    <a:pt x="1244918" y="840105"/>
                  </a:lnTo>
                  <a:lnTo>
                    <a:pt x="1240155" y="847725"/>
                  </a:lnTo>
                  <a:lnTo>
                    <a:pt x="1229677" y="853440"/>
                  </a:lnTo>
                  <a:lnTo>
                    <a:pt x="1220152" y="859155"/>
                  </a:lnTo>
                  <a:lnTo>
                    <a:pt x="1215390" y="862012"/>
                  </a:lnTo>
                  <a:lnTo>
                    <a:pt x="1188720" y="915353"/>
                  </a:lnTo>
                  <a:lnTo>
                    <a:pt x="1184910" y="929640"/>
                  </a:lnTo>
                  <a:lnTo>
                    <a:pt x="1176338" y="989647"/>
                  </a:lnTo>
                  <a:lnTo>
                    <a:pt x="1176338" y="1006793"/>
                  </a:lnTo>
                  <a:lnTo>
                    <a:pt x="1188720" y="1038225"/>
                  </a:lnTo>
                  <a:lnTo>
                    <a:pt x="1190625" y="1054418"/>
                  </a:lnTo>
                  <a:lnTo>
                    <a:pt x="1192530" y="1062990"/>
                  </a:lnTo>
                  <a:lnTo>
                    <a:pt x="1190625" y="1068705"/>
                  </a:lnTo>
                  <a:lnTo>
                    <a:pt x="1184910" y="1072515"/>
                  </a:lnTo>
                  <a:lnTo>
                    <a:pt x="1163002" y="1082040"/>
                  </a:lnTo>
                  <a:lnTo>
                    <a:pt x="1145857" y="1090612"/>
                  </a:lnTo>
                  <a:lnTo>
                    <a:pt x="1133475" y="1101090"/>
                  </a:lnTo>
                  <a:lnTo>
                    <a:pt x="1122997" y="1115378"/>
                  </a:lnTo>
                  <a:lnTo>
                    <a:pt x="1113472" y="1125855"/>
                  </a:lnTo>
                  <a:lnTo>
                    <a:pt x="1101090" y="1130618"/>
                  </a:lnTo>
                  <a:lnTo>
                    <a:pt x="1092518" y="1130618"/>
                  </a:lnTo>
                  <a:lnTo>
                    <a:pt x="1085850" y="1124903"/>
                  </a:lnTo>
                  <a:lnTo>
                    <a:pt x="1080135" y="1116330"/>
                  </a:lnTo>
                  <a:lnTo>
                    <a:pt x="1077277" y="1105853"/>
                  </a:lnTo>
                  <a:lnTo>
                    <a:pt x="1076325" y="1113472"/>
                  </a:lnTo>
                  <a:lnTo>
                    <a:pt x="1076325" y="1121093"/>
                  </a:lnTo>
                  <a:lnTo>
                    <a:pt x="1080135" y="1128712"/>
                  </a:lnTo>
                  <a:lnTo>
                    <a:pt x="1081088" y="1137285"/>
                  </a:lnTo>
                  <a:lnTo>
                    <a:pt x="1078230" y="1145858"/>
                  </a:lnTo>
                  <a:lnTo>
                    <a:pt x="1073468" y="1152525"/>
                  </a:lnTo>
                  <a:lnTo>
                    <a:pt x="1059180" y="1159193"/>
                  </a:lnTo>
                  <a:lnTo>
                    <a:pt x="1051560" y="1164908"/>
                  </a:lnTo>
                  <a:lnTo>
                    <a:pt x="1051560" y="1175385"/>
                  </a:lnTo>
                  <a:lnTo>
                    <a:pt x="1046797" y="1183005"/>
                  </a:lnTo>
                  <a:lnTo>
                    <a:pt x="1041082" y="1186815"/>
                  </a:lnTo>
                  <a:lnTo>
                    <a:pt x="1021080" y="1197293"/>
                  </a:lnTo>
                  <a:lnTo>
                    <a:pt x="1016318" y="1202055"/>
                  </a:lnTo>
                  <a:lnTo>
                    <a:pt x="1014412" y="1208722"/>
                  </a:lnTo>
                  <a:lnTo>
                    <a:pt x="1023938" y="1207770"/>
                  </a:lnTo>
                  <a:lnTo>
                    <a:pt x="1033462" y="1208722"/>
                  </a:lnTo>
                  <a:lnTo>
                    <a:pt x="1034415" y="1218247"/>
                  </a:lnTo>
                  <a:lnTo>
                    <a:pt x="1037272" y="1226820"/>
                  </a:lnTo>
                  <a:lnTo>
                    <a:pt x="1033462" y="1244918"/>
                  </a:lnTo>
                  <a:lnTo>
                    <a:pt x="1019175" y="1257300"/>
                  </a:lnTo>
                  <a:lnTo>
                    <a:pt x="1026795" y="1259205"/>
                  </a:lnTo>
                  <a:lnTo>
                    <a:pt x="1033462" y="1263968"/>
                  </a:lnTo>
                  <a:lnTo>
                    <a:pt x="1048702" y="1266825"/>
                  </a:lnTo>
                  <a:lnTo>
                    <a:pt x="1052512" y="1279208"/>
                  </a:lnTo>
                  <a:lnTo>
                    <a:pt x="1051560" y="1294447"/>
                  </a:lnTo>
                  <a:lnTo>
                    <a:pt x="1048702" y="1307783"/>
                  </a:lnTo>
                  <a:lnTo>
                    <a:pt x="1037272" y="1311593"/>
                  </a:lnTo>
                  <a:lnTo>
                    <a:pt x="1030605" y="1308735"/>
                  </a:lnTo>
                  <a:lnTo>
                    <a:pt x="1023938" y="1308735"/>
                  </a:lnTo>
                  <a:lnTo>
                    <a:pt x="1019175" y="1313497"/>
                  </a:lnTo>
                  <a:lnTo>
                    <a:pt x="1018222" y="1320165"/>
                  </a:lnTo>
                  <a:lnTo>
                    <a:pt x="1027747" y="1317308"/>
                  </a:lnTo>
                  <a:lnTo>
                    <a:pt x="1026795" y="1335405"/>
                  </a:lnTo>
                  <a:lnTo>
                    <a:pt x="1023938" y="1351597"/>
                  </a:lnTo>
                  <a:lnTo>
                    <a:pt x="1021080" y="1361122"/>
                  </a:lnTo>
                  <a:lnTo>
                    <a:pt x="1015365" y="1369695"/>
                  </a:lnTo>
                  <a:lnTo>
                    <a:pt x="1006793" y="1372553"/>
                  </a:lnTo>
                  <a:lnTo>
                    <a:pt x="999172" y="1365885"/>
                  </a:lnTo>
                  <a:lnTo>
                    <a:pt x="996315" y="1372553"/>
                  </a:lnTo>
                  <a:lnTo>
                    <a:pt x="999172" y="1379220"/>
                  </a:lnTo>
                  <a:lnTo>
                    <a:pt x="1011555" y="1393508"/>
                  </a:lnTo>
                  <a:lnTo>
                    <a:pt x="1002982" y="1396365"/>
                  </a:lnTo>
                  <a:lnTo>
                    <a:pt x="999172" y="1400175"/>
                  </a:lnTo>
                  <a:lnTo>
                    <a:pt x="996315" y="1406843"/>
                  </a:lnTo>
                  <a:lnTo>
                    <a:pt x="983932" y="1423035"/>
                  </a:lnTo>
                  <a:lnTo>
                    <a:pt x="978217" y="1434465"/>
                  </a:lnTo>
                  <a:lnTo>
                    <a:pt x="975360" y="1446847"/>
                  </a:lnTo>
                  <a:lnTo>
                    <a:pt x="969645" y="1456372"/>
                  </a:lnTo>
                  <a:lnTo>
                    <a:pt x="873442" y="1500188"/>
                  </a:lnTo>
                  <a:lnTo>
                    <a:pt x="796290" y="1536383"/>
                  </a:lnTo>
                  <a:lnTo>
                    <a:pt x="789622" y="1533525"/>
                  </a:lnTo>
                  <a:lnTo>
                    <a:pt x="786765" y="1527810"/>
                  </a:lnTo>
                  <a:lnTo>
                    <a:pt x="783907" y="1471612"/>
                  </a:lnTo>
                  <a:lnTo>
                    <a:pt x="774382" y="1443038"/>
                  </a:lnTo>
                  <a:lnTo>
                    <a:pt x="773430" y="1427797"/>
                  </a:lnTo>
                  <a:lnTo>
                    <a:pt x="762000" y="1441133"/>
                  </a:lnTo>
                  <a:lnTo>
                    <a:pt x="755332" y="1440180"/>
                  </a:lnTo>
                  <a:lnTo>
                    <a:pt x="746760" y="1435418"/>
                  </a:lnTo>
                  <a:lnTo>
                    <a:pt x="741045" y="1431608"/>
                  </a:lnTo>
                  <a:lnTo>
                    <a:pt x="741045" y="1425893"/>
                  </a:lnTo>
                  <a:lnTo>
                    <a:pt x="746760" y="1408747"/>
                  </a:lnTo>
                  <a:lnTo>
                    <a:pt x="740092" y="1418272"/>
                  </a:lnTo>
                  <a:lnTo>
                    <a:pt x="731520" y="1424940"/>
                  </a:lnTo>
                  <a:lnTo>
                    <a:pt x="724852" y="1424940"/>
                  </a:lnTo>
                  <a:lnTo>
                    <a:pt x="718185" y="1421130"/>
                  </a:lnTo>
                  <a:lnTo>
                    <a:pt x="715327" y="1415415"/>
                  </a:lnTo>
                  <a:lnTo>
                    <a:pt x="711517" y="1413510"/>
                  </a:lnTo>
                  <a:lnTo>
                    <a:pt x="694372" y="1428750"/>
                  </a:lnTo>
                  <a:lnTo>
                    <a:pt x="672465" y="1438275"/>
                  </a:lnTo>
                  <a:lnTo>
                    <a:pt x="660082" y="1438275"/>
                  </a:lnTo>
                  <a:lnTo>
                    <a:pt x="649605" y="1433512"/>
                  </a:lnTo>
                  <a:lnTo>
                    <a:pt x="650557" y="1421130"/>
                  </a:lnTo>
                  <a:lnTo>
                    <a:pt x="649605" y="1409700"/>
                  </a:lnTo>
                  <a:lnTo>
                    <a:pt x="646747" y="1403033"/>
                  </a:lnTo>
                  <a:lnTo>
                    <a:pt x="640080" y="1400175"/>
                  </a:lnTo>
                  <a:lnTo>
                    <a:pt x="635317" y="1400175"/>
                  </a:lnTo>
                  <a:lnTo>
                    <a:pt x="619125" y="1406843"/>
                  </a:lnTo>
                  <a:lnTo>
                    <a:pt x="613410" y="1405890"/>
                  </a:lnTo>
                  <a:lnTo>
                    <a:pt x="609600" y="1409700"/>
                  </a:lnTo>
                  <a:lnTo>
                    <a:pt x="567690" y="1365885"/>
                  </a:lnTo>
                  <a:lnTo>
                    <a:pt x="558165" y="1401128"/>
                  </a:lnTo>
                  <a:lnTo>
                    <a:pt x="529590" y="1419225"/>
                  </a:lnTo>
                  <a:lnTo>
                    <a:pt x="507682" y="1430655"/>
                  </a:lnTo>
                  <a:lnTo>
                    <a:pt x="486727" y="1425893"/>
                  </a:lnTo>
                  <a:lnTo>
                    <a:pt x="463867" y="1419225"/>
                  </a:lnTo>
                  <a:lnTo>
                    <a:pt x="441007" y="1427797"/>
                  </a:lnTo>
                  <a:lnTo>
                    <a:pt x="419100" y="1447800"/>
                  </a:lnTo>
                  <a:lnTo>
                    <a:pt x="412432" y="1450658"/>
                  </a:lnTo>
                  <a:lnTo>
                    <a:pt x="405765" y="1450658"/>
                  </a:lnTo>
                  <a:lnTo>
                    <a:pt x="400050" y="1447800"/>
                  </a:lnTo>
                  <a:lnTo>
                    <a:pt x="401955" y="1433512"/>
                  </a:lnTo>
                  <a:lnTo>
                    <a:pt x="402907" y="1418272"/>
                  </a:lnTo>
                  <a:lnTo>
                    <a:pt x="400050" y="1383030"/>
                  </a:lnTo>
                  <a:lnTo>
                    <a:pt x="399097" y="1376362"/>
                  </a:lnTo>
                  <a:lnTo>
                    <a:pt x="391477" y="1366838"/>
                  </a:lnTo>
                  <a:lnTo>
                    <a:pt x="383857" y="1360170"/>
                  </a:lnTo>
                  <a:lnTo>
                    <a:pt x="378142" y="1365885"/>
                  </a:lnTo>
                  <a:lnTo>
                    <a:pt x="372427" y="1370647"/>
                  </a:lnTo>
                  <a:lnTo>
                    <a:pt x="354330" y="1370647"/>
                  </a:lnTo>
                  <a:lnTo>
                    <a:pt x="338138" y="1365885"/>
                  </a:lnTo>
                  <a:lnTo>
                    <a:pt x="322897" y="1369695"/>
                  </a:lnTo>
                  <a:lnTo>
                    <a:pt x="292417" y="1383030"/>
                  </a:lnTo>
                  <a:lnTo>
                    <a:pt x="278130" y="1384935"/>
                  </a:lnTo>
                  <a:lnTo>
                    <a:pt x="269557" y="1382078"/>
                  </a:lnTo>
                  <a:lnTo>
                    <a:pt x="263842" y="1375410"/>
                  </a:lnTo>
                  <a:lnTo>
                    <a:pt x="266700" y="1368743"/>
                  </a:lnTo>
                  <a:lnTo>
                    <a:pt x="273367" y="1363028"/>
                  </a:lnTo>
                  <a:lnTo>
                    <a:pt x="260985" y="1366838"/>
                  </a:lnTo>
                  <a:lnTo>
                    <a:pt x="251460" y="1373505"/>
                  </a:lnTo>
                  <a:lnTo>
                    <a:pt x="245745" y="1378268"/>
                  </a:lnTo>
                  <a:lnTo>
                    <a:pt x="241935" y="1375410"/>
                  </a:lnTo>
                  <a:lnTo>
                    <a:pt x="227647" y="1360170"/>
                  </a:lnTo>
                  <a:lnTo>
                    <a:pt x="201930" y="1365885"/>
                  </a:lnTo>
                  <a:lnTo>
                    <a:pt x="198120" y="1368743"/>
                  </a:lnTo>
                  <a:lnTo>
                    <a:pt x="190500" y="1373505"/>
                  </a:lnTo>
                  <a:lnTo>
                    <a:pt x="185738" y="1370647"/>
                  </a:lnTo>
                  <a:lnTo>
                    <a:pt x="180975" y="1363980"/>
                  </a:lnTo>
                  <a:lnTo>
                    <a:pt x="180022" y="1332547"/>
                  </a:lnTo>
                  <a:lnTo>
                    <a:pt x="165735" y="1269683"/>
                  </a:lnTo>
                  <a:lnTo>
                    <a:pt x="163830" y="1237297"/>
                  </a:lnTo>
                  <a:lnTo>
                    <a:pt x="160972" y="1230630"/>
                  </a:lnTo>
                  <a:lnTo>
                    <a:pt x="143827" y="1218247"/>
                  </a:lnTo>
                  <a:lnTo>
                    <a:pt x="143827" y="1202055"/>
                  </a:lnTo>
                  <a:lnTo>
                    <a:pt x="152400" y="1187768"/>
                  </a:lnTo>
                  <a:lnTo>
                    <a:pt x="155257" y="1172528"/>
                  </a:lnTo>
                  <a:lnTo>
                    <a:pt x="152400" y="1155383"/>
                  </a:lnTo>
                  <a:lnTo>
                    <a:pt x="146685" y="1138238"/>
                  </a:lnTo>
                  <a:lnTo>
                    <a:pt x="140970" y="1124903"/>
                  </a:lnTo>
                  <a:lnTo>
                    <a:pt x="131445" y="1113472"/>
                  </a:lnTo>
                  <a:lnTo>
                    <a:pt x="120967" y="1101090"/>
                  </a:lnTo>
                  <a:lnTo>
                    <a:pt x="105727" y="1091565"/>
                  </a:lnTo>
                  <a:lnTo>
                    <a:pt x="74295" y="1082040"/>
                  </a:lnTo>
                  <a:lnTo>
                    <a:pt x="57150" y="1082993"/>
                  </a:lnTo>
                  <a:lnTo>
                    <a:pt x="52388" y="1079183"/>
                  </a:lnTo>
                  <a:lnTo>
                    <a:pt x="47625" y="1073468"/>
                  </a:lnTo>
                  <a:lnTo>
                    <a:pt x="49530" y="1062990"/>
                  </a:lnTo>
                  <a:lnTo>
                    <a:pt x="54292" y="1056322"/>
                  </a:lnTo>
                  <a:lnTo>
                    <a:pt x="62865" y="1054418"/>
                  </a:lnTo>
                  <a:lnTo>
                    <a:pt x="62865" y="1050608"/>
                  </a:lnTo>
                  <a:lnTo>
                    <a:pt x="47625" y="1042035"/>
                  </a:lnTo>
                  <a:lnTo>
                    <a:pt x="34290" y="1029653"/>
                  </a:lnTo>
                  <a:lnTo>
                    <a:pt x="29527" y="1023938"/>
                  </a:lnTo>
                  <a:lnTo>
                    <a:pt x="28575" y="1016318"/>
                  </a:lnTo>
                  <a:lnTo>
                    <a:pt x="28575" y="998220"/>
                  </a:lnTo>
                  <a:lnTo>
                    <a:pt x="32385" y="988695"/>
                  </a:lnTo>
                  <a:lnTo>
                    <a:pt x="35242" y="982028"/>
                  </a:lnTo>
                  <a:lnTo>
                    <a:pt x="38100" y="963930"/>
                  </a:lnTo>
                  <a:lnTo>
                    <a:pt x="47625" y="958215"/>
                  </a:lnTo>
                  <a:lnTo>
                    <a:pt x="46672" y="954405"/>
                  </a:lnTo>
                  <a:lnTo>
                    <a:pt x="41910" y="952500"/>
                  </a:lnTo>
                  <a:lnTo>
                    <a:pt x="37147" y="945833"/>
                  </a:lnTo>
                  <a:lnTo>
                    <a:pt x="32385" y="939165"/>
                  </a:lnTo>
                  <a:lnTo>
                    <a:pt x="22860" y="927735"/>
                  </a:lnTo>
                  <a:lnTo>
                    <a:pt x="4762" y="912495"/>
                  </a:lnTo>
                  <a:lnTo>
                    <a:pt x="952" y="889635"/>
                  </a:lnTo>
                  <a:lnTo>
                    <a:pt x="0" y="853440"/>
                  </a:lnTo>
                  <a:lnTo>
                    <a:pt x="952" y="837247"/>
                  </a:lnTo>
                  <a:lnTo>
                    <a:pt x="6667" y="806768"/>
                  </a:lnTo>
                  <a:lnTo>
                    <a:pt x="16192" y="797243"/>
                  </a:lnTo>
                  <a:lnTo>
                    <a:pt x="24765" y="794385"/>
                  </a:lnTo>
                  <a:lnTo>
                    <a:pt x="29527" y="790575"/>
                  </a:lnTo>
                  <a:lnTo>
                    <a:pt x="25717" y="788670"/>
                  </a:lnTo>
                  <a:lnTo>
                    <a:pt x="20002" y="790575"/>
                  </a:lnTo>
                  <a:lnTo>
                    <a:pt x="13335" y="791528"/>
                  </a:lnTo>
                  <a:lnTo>
                    <a:pt x="19050" y="763905"/>
                  </a:lnTo>
                  <a:lnTo>
                    <a:pt x="22860" y="756285"/>
                  </a:lnTo>
                  <a:lnTo>
                    <a:pt x="35242" y="741045"/>
                  </a:lnTo>
                  <a:lnTo>
                    <a:pt x="49530" y="726758"/>
                  </a:lnTo>
                  <a:lnTo>
                    <a:pt x="56197" y="711518"/>
                  </a:lnTo>
                  <a:lnTo>
                    <a:pt x="64770" y="698183"/>
                  </a:lnTo>
                  <a:lnTo>
                    <a:pt x="99060" y="682943"/>
                  </a:lnTo>
                  <a:lnTo>
                    <a:pt x="106680" y="701993"/>
                  </a:lnTo>
                  <a:lnTo>
                    <a:pt x="111442" y="706755"/>
                  </a:lnTo>
                  <a:lnTo>
                    <a:pt x="130492" y="720090"/>
                  </a:lnTo>
                  <a:lnTo>
                    <a:pt x="146685" y="725805"/>
                  </a:lnTo>
                  <a:lnTo>
                    <a:pt x="164782" y="728662"/>
                  </a:lnTo>
                  <a:lnTo>
                    <a:pt x="183832" y="729615"/>
                  </a:lnTo>
                  <a:lnTo>
                    <a:pt x="190500" y="728662"/>
                  </a:lnTo>
                  <a:lnTo>
                    <a:pt x="198120" y="725805"/>
                  </a:lnTo>
                  <a:lnTo>
                    <a:pt x="204788" y="728662"/>
                  </a:lnTo>
                  <a:lnTo>
                    <a:pt x="241935" y="748665"/>
                  </a:lnTo>
                  <a:lnTo>
                    <a:pt x="257175" y="753428"/>
                  </a:lnTo>
                  <a:lnTo>
                    <a:pt x="272415" y="751522"/>
                  </a:lnTo>
                  <a:lnTo>
                    <a:pt x="279082" y="753428"/>
                  </a:lnTo>
                  <a:lnTo>
                    <a:pt x="300990" y="769620"/>
                  </a:lnTo>
                  <a:lnTo>
                    <a:pt x="307657" y="770572"/>
                  </a:lnTo>
                  <a:lnTo>
                    <a:pt x="317182" y="769620"/>
                  </a:lnTo>
                  <a:lnTo>
                    <a:pt x="303847" y="762953"/>
                  </a:lnTo>
                  <a:lnTo>
                    <a:pt x="295275" y="757238"/>
                  </a:lnTo>
                  <a:lnTo>
                    <a:pt x="291465" y="747712"/>
                  </a:lnTo>
                  <a:lnTo>
                    <a:pt x="292417" y="738188"/>
                  </a:lnTo>
                  <a:lnTo>
                    <a:pt x="302895" y="731520"/>
                  </a:lnTo>
                  <a:lnTo>
                    <a:pt x="307657" y="722947"/>
                  </a:lnTo>
                  <a:lnTo>
                    <a:pt x="310515" y="701040"/>
                  </a:lnTo>
                  <a:lnTo>
                    <a:pt x="315277" y="689610"/>
                  </a:lnTo>
                  <a:lnTo>
                    <a:pt x="321945" y="679133"/>
                  </a:lnTo>
                  <a:lnTo>
                    <a:pt x="324802" y="667703"/>
                  </a:lnTo>
                  <a:lnTo>
                    <a:pt x="316230" y="659130"/>
                  </a:lnTo>
                  <a:lnTo>
                    <a:pt x="315277" y="645795"/>
                  </a:lnTo>
                  <a:lnTo>
                    <a:pt x="316230" y="634365"/>
                  </a:lnTo>
                  <a:lnTo>
                    <a:pt x="320040" y="626745"/>
                  </a:lnTo>
                  <a:lnTo>
                    <a:pt x="328612" y="632460"/>
                  </a:lnTo>
                  <a:lnTo>
                    <a:pt x="335280" y="636270"/>
                  </a:lnTo>
                  <a:lnTo>
                    <a:pt x="341947" y="636270"/>
                  </a:lnTo>
                  <a:lnTo>
                    <a:pt x="347662" y="634365"/>
                  </a:lnTo>
                  <a:lnTo>
                    <a:pt x="349567" y="629603"/>
                  </a:lnTo>
                  <a:lnTo>
                    <a:pt x="347662" y="618172"/>
                  </a:lnTo>
                  <a:lnTo>
                    <a:pt x="347662" y="600075"/>
                  </a:lnTo>
                  <a:lnTo>
                    <a:pt x="357188" y="584835"/>
                  </a:lnTo>
                  <a:lnTo>
                    <a:pt x="372427" y="574358"/>
                  </a:lnTo>
                  <a:lnTo>
                    <a:pt x="387667" y="570547"/>
                  </a:lnTo>
                  <a:lnTo>
                    <a:pt x="441007" y="560070"/>
                  </a:lnTo>
                  <a:lnTo>
                    <a:pt x="526732" y="540068"/>
                  </a:lnTo>
                  <a:lnTo>
                    <a:pt x="551497" y="531495"/>
                  </a:lnTo>
                  <a:lnTo>
                    <a:pt x="561022" y="527685"/>
                  </a:lnTo>
                  <a:lnTo>
                    <a:pt x="567690" y="520065"/>
                  </a:lnTo>
                  <a:lnTo>
                    <a:pt x="581977" y="502920"/>
                  </a:lnTo>
                  <a:lnTo>
                    <a:pt x="606742" y="472440"/>
                  </a:lnTo>
                  <a:lnTo>
                    <a:pt x="624840" y="447675"/>
                  </a:lnTo>
                  <a:lnTo>
                    <a:pt x="660082" y="411480"/>
                  </a:lnTo>
                  <a:lnTo>
                    <a:pt x="689610" y="379095"/>
                  </a:lnTo>
                  <a:lnTo>
                    <a:pt x="693420" y="371475"/>
                  </a:lnTo>
                  <a:lnTo>
                    <a:pt x="699135" y="354330"/>
                  </a:lnTo>
                  <a:lnTo>
                    <a:pt x="699135" y="345758"/>
                  </a:lnTo>
                  <a:lnTo>
                    <a:pt x="697230" y="336233"/>
                  </a:lnTo>
                  <a:lnTo>
                    <a:pt x="701992" y="333375"/>
                  </a:lnTo>
                  <a:lnTo>
                    <a:pt x="706755" y="330518"/>
                  </a:lnTo>
                  <a:lnTo>
                    <a:pt x="724852" y="330518"/>
                  </a:lnTo>
                  <a:lnTo>
                    <a:pt x="741045" y="327660"/>
                  </a:lnTo>
                  <a:lnTo>
                    <a:pt x="759142" y="320993"/>
                  </a:lnTo>
                  <a:lnTo>
                    <a:pt x="774382" y="312420"/>
                  </a:lnTo>
                  <a:lnTo>
                    <a:pt x="788670" y="301943"/>
                  </a:lnTo>
                  <a:lnTo>
                    <a:pt x="802005" y="290512"/>
                  </a:lnTo>
                  <a:lnTo>
                    <a:pt x="816292" y="280988"/>
                  </a:lnTo>
                  <a:lnTo>
                    <a:pt x="836295" y="271462"/>
                  </a:lnTo>
                  <a:lnTo>
                    <a:pt x="844867" y="271462"/>
                  </a:lnTo>
                  <a:lnTo>
                    <a:pt x="844867" y="280035"/>
                  </a:lnTo>
                  <a:lnTo>
                    <a:pt x="842010" y="287655"/>
                  </a:lnTo>
                  <a:lnTo>
                    <a:pt x="857250" y="287655"/>
                  </a:lnTo>
                  <a:lnTo>
                    <a:pt x="890588" y="283845"/>
                  </a:lnTo>
                  <a:lnTo>
                    <a:pt x="897255" y="278130"/>
                  </a:lnTo>
                  <a:lnTo>
                    <a:pt x="909638" y="267653"/>
                  </a:lnTo>
                  <a:lnTo>
                    <a:pt x="915352" y="261938"/>
                  </a:lnTo>
                  <a:lnTo>
                    <a:pt x="917257" y="247650"/>
                  </a:lnTo>
                  <a:lnTo>
                    <a:pt x="902970" y="240030"/>
                  </a:lnTo>
                  <a:lnTo>
                    <a:pt x="895350" y="228600"/>
                  </a:lnTo>
                  <a:lnTo>
                    <a:pt x="895350" y="218123"/>
                  </a:lnTo>
                  <a:lnTo>
                    <a:pt x="915352" y="195262"/>
                  </a:lnTo>
                  <a:lnTo>
                    <a:pt x="920115" y="191453"/>
                  </a:lnTo>
                  <a:lnTo>
                    <a:pt x="922972" y="198120"/>
                  </a:lnTo>
                  <a:lnTo>
                    <a:pt x="932497" y="200025"/>
                  </a:lnTo>
                  <a:lnTo>
                    <a:pt x="940117" y="200978"/>
                  </a:lnTo>
                  <a:lnTo>
                    <a:pt x="947738" y="200025"/>
                  </a:lnTo>
                  <a:lnTo>
                    <a:pt x="959167" y="190500"/>
                  </a:lnTo>
                  <a:lnTo>
                    <a:pt x="964882" y="175260"/>
                  </a:lnTo>
                  <a:lnTo>
                    <a:pt x="983932" y="153353"/>
                  </a:lnTo>
                  <a:lnTo>
                    <a:pt x="990600" y="136208"/>
                  </a:lnTo>
                  <a:lnTo>
                    <a:pt x="994410" y="119062"/>
                  </a:lnTo>
                  <a:lnTo>
                    <a:pt x="1043940" y="64770"/>
                  </a:lnTo>
                  <a:lnTo>
                    <a:pt x="1049655" y="57150"/>
                  </a:lnTo>
                  <a:lnTo>
                    <a:pt x="1078230" y="1905"/>
                  </a:lnTo>
                  <a:lnTo>
                    <a:pt x="1082993" y="0"/>
                  </a:lnTo>
                  <a:lnTo>
                    <a:pt x="1089660" y="5715"/>
                  </a:lnTo>
                  <a:lnTo>
                    <a:pt x="1092518" y="21908"/>
                  </a:lnTo>
                  <a:lnTo>
                    <a:pt x="1090612" y="30480"/>
                  </a:lnTo>
                  <a:lnTo>
                    <a:pt x="1086802" y="41910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10290810" y="1977390"/>
              <a:ext cx="256222" cy="462915"/>
            </a:xfrm>
            <a:custGeom>
              <a:avLst/>
              <a:gdLst/>
              <a:ahLst/>
              <a:cxnLst/>
              <a:rect l="l" t="t" r="r" b="b"/>
              <a:pathLst>
                <a:path w="256222" h="462915">
                  <a:moveTo>
                    <a:pt x="129540" y="366712"/>
                  </a:moveTo>
                  <a:lnTo>
                    <a:pt x="120967" y="382905"/>
                  </a:lnTo>
                  <a:lnTo>
                    <a:pt x="114300" y="399098"/>
                  </a:lnTo>
                  <a:lnTo>
                    <a:pt x="111442" y="416243"/>
                  </a:lnTo>
                  <a:lnTo>
                    <a:pt x="111442" y="432435"/>
                  </a:lnTo>
                  <a:lnTo>
                    <a:pt x="110490" y="447675"/>
                  </a:lnTo>
                  <a:lnTo>
                    <a:pt x="105727" y="462915"/>
                  </a:lnTo>
                  <a:lnTo>
                    <a:pt x="92392" y="457200"/>
                  </a:lnTo>
                  <a:lnTo>
                    <a:pt x="85725" y="447675"/>
                  </a:lnTo>
                  <a:lnTo>
                    <a:pt x="83820" y="429577"/>
                  </a:lnTo>
                  <a:lnTo>
                    <a:pt x="74295" y="409575"/>
                  </a:lnTo>
                  <a:lnTo>
                    <a:pt x="70485" y="401955"/>
                  </a:lnTo>
                  <a:lnTo>
                    <a:pt x="56197" y="391477"/>
                  </a:lnTo>
                  <a:lnTo>
                    <a:pt x="43815" y="384810"/>
                  </a:lnTo>
                  <a:lnTo>
                    <a:pt x="34290" y="376238"/>
                  </a:lnTo>
                  <a:lnTo>
                    <a:pt x="36195" y="377190"/>
                  </a:lnTo>
                  <a:lnTo>
                    <a:pt x="27622" y="364808"/>
                  </a:lnTo>
                  <a:lnTo>
                    <a:pt x="21907" y="352425"/>
                  </a:lnTo>
                  <a:lnTo>
                    <a:pt x="11430" y="318135"/>
                  </a:lnTo>
                  <a:lnTo>
                    <a:pt x="6667" y="308610"/>
                  </a:lnTo>
                  <a:lnTo>
                    <a:pt x="1905" y="301943"/>
                  </a:lnTo>
                  <a:lnTo>
                    <a:pt x="0" y="293370"/>
                  </a:lnTo>
                  <a:lnTo>
                    <a:pt x="1905" y="285750"/>
                  </a:lnTo>
                  <a:lnTo>
                    <a:pt x="6667" y="273368"/>
                  </a:lnTo>
                  <a:lnTo>
                    <a:pt x="9525" y="259080"/>
                  </a:lnTo>
                  <a:lnTo>
                    <a:pt x="6667" y="240983"/>
                  </a:lnTo>
                  <a:lnTo>
                    <a:pt x="8572" y="224790"/>
                  </a:lnTo>
                  <a:lnTo>
                    <a:pt x="12382" y="216218"/>
                  </a:lnTo>
                  <a:lnTo>
                    <a:pt x="77152" y="110490"/>
                  </a:lnTo>
                  <a:lnTo>
                    <a:pt x="95250" y="88583"/>
                  </a:lnTo>
                  <a:lnTo>
                    <a:pt x="105727" y="77152"/>
                  </a:lnTo>
                  <a:lnTo>
                    <a:pt x="114300" y="64770"/>
                  </a:lnTo>
                  <a:lnTo>
                    <a:pt x="122872" y="48577"/>
                  </a:lnTo>
                  <a:lnTo>
                    <a:pt x="133350" y="35243"/>
                  </a:lnTo>
                  <a:lnTo>
                    <a:pt x="141922" y="29527"/>
                  </a:lnTo>
                  <a:lnTo>
                    <a:pt x="179070" y="17145"/>
                  </a:lnTo>
                  <a:lnTo>
                    <a:pt x="190500" y="4762"/>
                  </a:lnTo>
                  <a:lnTo>
                    <a:pt x="200025" y="0"/>
                  </a:lnTo>
                  <a:lnTo>
                    <a:pt x="209550" y="0"/>
                  </a:lnTo>
                  <a:lnTo>
                    <a:pt x="216217" y="7620"/>
                  </a:lnTo>
                  <a:lnTo>
                    <a:pt x="222885" y="14288"/>
                  </a:lnTo>
                  <a:lnTo>
                    <a:pt x="228600" y="18098"/>
                  </a:lnTo>
                  <a:lnTo>
                    <a:pt x="244792" y="24765"/>
                  </a:lnTo>
                  <a:lnTo>
                    <a:pt x="253365" y="30480"/>
                  </a:lnTo>
                  <a:lnTo>
                    <a:pt x="256222" y="42862"/>
                  </a:lnTo>
                  <a:lnTo>
                    <a:pt x="246697" y="54293"/>
                  </a:lnTo>
                  <a:lnTo>
                    <a:pt x="240982" y="63818"/>
                  </a:lnTo>
                  <a:lnTo>
                    <a:pt x="240030" y="73343"/>
                  </a:lnTo>
                  <a:lnTo>
                    <a:pt x="242888" y="88583"/>
                  </a:lnTo>
                  <a:lnTo>
                    <a:pt x="242888" y="103823"/>
                  </a:lnTo>
                  <a:lnTo>
                    <a:pt x="230505" y="136208"/>
                  </a:lnTo>
                  <a:lnTo>
                    <a:pt x="216217" y="159068"/>
                  </a:lnTo>
                  <a:lnTo>
                    <a:pt x="212407" y="169545"/>
                  </a:lnTo>
                  <a:lnTo>
                    <a:pt x="207645" y="196215"/>
                  </a:lnTo>
                  <a:lnTo>
                    <a:pt x="200025" y="221933"/>
                  </a:lnTo>
                  <a:lnTo>
                    <a:pt x="194310" y="256223"/>
                  </a:lnTo>
                  <a:lnTo>
                    <a:pt x="182880" y="290512"/>
                  </a:lnTo>
                  <a:lnTo>
                    <a:pt x="176212" y="304800"/>
                  </a:lnTo>
                  <a:lnTo>
                    <a:pt x="168592" y="318135"/>
                  </a:lnTo>
                  <a:lnTo>
                    <a:pt x="150495" y="344805"/>
                  </a:lnTo>
                  <a:lnTo>
                    <a:pt x="129540" y="366712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8718232" y="2685098"/>
              <a:ext cx="325755" cy="264795"/>
            </a:xfrm>
            <a:custGeom>
              <a:avLst/>
              <a:gdLst/>
              <a:ahLst/>
              <a:cxnLst/>
              <a:rect l="l" t="t" r="r" b="b"/>
              <a:pathLst>
                <a:path w="325755" h="264795">
                  <a:moveTo>
                    <a:pt x="309562" y="20955"/>
                  </a:moveTo>
                  <a:lnTo>
                    <a:pt x="316230" y="26670"/>
                  </a:lnTo>
                  <a:lnTo>
                    <a:pt x="320040" y="36195"/>
                  </a:lnTo>
                  <a:lnTo>
                    <a:pt x="324803" y="51435"/>
                  </a:lnTo>
                  <a:lnTo>
                    <a:pt x="325755" y="66675"/>
                  </a:lnTo>
                  <a:lnTo>
                    <a:pt x="312420" y="76200"/>
                  </a:lnTo>
                  <a:lnTo>
                    <a:pt x="300038" y="80010"/>
                  </a:lnTo>
                  <a:lnTo>
                    <a:pt x="275273" y="117158"/>
                  </a:lnTo>
                  <a:lnTo>
                    <a:pt x="269558" y="128588"/>
                  </a:lnTo>
                  <a:lnTo>
                    <a:pt x="264795" y="133350"/>
                  </a:lnTo>
                  <a:lnTo>
                    <a:pt x="263843" y="139065"/>
                  </a:lnTo>
                  <a:lnTo>
                    <a:pt x="264795" y="142875"/>
                  </a:lnTo>
                  <a:lnTo>
                    <a:pt x="258128" y="160973"/>
                  </a:lnTo>
                  <a:lnTo>
                    <a:pt x="252412" y="182880"/>
                  </a:lnTo>
                  <a:lnTo>
                    <a:pt x="248603" y="191453"/>
                  </a:lnTo>
                  <a:lnTo>
                    <a:pt x="241935" y="198120"/>
                  </a:lnTo>
                  <a:lnTo>
                    <a:pt x="232410" y="202883"/>
                  </a:lnTo>
                  <a:lnTo>
                    <a:pt x="226695" y="202883"/>
                  </a:lnTo>
                  <a:lnTo>
                    <a:pt x="220980" y="203835"/>
                  </a:lnTo>
                  <a:lnTo>
                    <a:pt x="208598" y="216218"/>
                  </a:lnTo>
                  <a:lnTo>
                    <a:pt x="193358" y="225743"/>
                  </a:lnTo>
                  <a:lnTo>
                    <a:pt x="196215" y="228600"/>
                  </a:lnTo>
                  <a:lnTo>
                    <a:pt x="196215" y="232410"/>
                  </a:lnTo>
                  <a:lnTo>
                    <a:pt x="189548" y="237173"/>
                  </a:lnTo>
                  <a:lnTo>
                    <a:pt x="182880" y="237173"/>
                  </a:lnTo>
                  <a:lnTo>
                    <a:pt x="161925" y="240030"/>
                  </a:lnTo>
                  <a:lnTo>
                    <a:pt x="153353" y="246698"/>
                  </a:lnTo>
                  <a:lnTo>
                    <a:pt x="145733" y="259080"/>
                  </a:lnTo>
                  <a:lnTo>
                    <a:pt x="142875" y="260033"/>
                  </a:lnTo>
                  <a:lnTo>
                    <a:pt x="130493" y="262890"/>
                  </a:lnTo>
                  <a:lnTo>
                    <a:pt x="120968" y="264795"/>
                  </a:lnTo>
                  <a:lnTo>
                    <a:pt x="103823" y="256223"/>
                  </a:lnTo>
                  <a:lnTo>
                    <a:pt x="96203" y="253365"/>
                  </a:lnTo>
                  <a:lnTo>
                    <a:pt x="74295" y="249555"/>
                  </a:lnTo>
                  <a:lnTo>
                    <a:pt x="53340" y="243840"/>
                  </a:lnTo>
                  <a:lnTo>
                    <a:pt x="38100" y="237173"/>
                  </a:lnTo>
                  <a:lnTo>
                    <a:pt x="7620" y="220028"/>
                  </a:lnTo>
                  <a:lnTo>
                    <a:pt x="4762" y="191453"/>
                  </a:lnTo>
                  <a:lnTo>
                    <a:pt x="0" y="175260"/>
                  </a:lnTo>
                  <a:lnTo>
                    <a:pt x="0" y="169545"/>
                  </a:lnTo>
                  <a:lnTo>
                    <a:pt x="953" y="120015"/>
                  </a:lnTo>
                  <a:lnTo>
                    <a:pt x="3810" y="116205"/>
                  </a:lnTo>
                  <a:lnTo>
                    <a:pt x="6668" y="110490"/>
                  </a:lnTo>
                  <a:lnTo>
                    <a:pt x="20003" y="99060"/>
                  </a:lnTo>
                  <a:lnTo>
                    <a:pt x="35243" y="91440"/>
                  </a:lnTo>
                  <a:lnTo>
                    <a:pt x="57150" y="73343"/>
                  </a:lnTo>
                  <a:lnTo>
                    <a:pt x="74295" y="64770"/>
                  </a:lnTo>
                  <a:lnTo>
                    <a:pt x="87630" y="52388"/>
                  </a:lnTo>
                  <a:lnTo>
                    <a:pt x="79058" y="52388"/>
                  </a:lnTo>
                  <a:lnTo>
                    <a:pt x="74295" y="51435"/>
                  </a:lnTo>
                  <a:lnTo>
                    <a:pt x="79058" y="41910"/>
                  </a:lnTo>
                  <a:lnTo>
                    <a:pt x="84773" y="36195"/>
                  </a:lnTo>
                  <a:lnTo>
                    <a:pt x="91440" y="33338"/>
                  </a:lnTo>
                  <a:lnTo>
                    <a:pt x="106680" y="34290"/>
                  </a:lnTo>
                  <a:lnTo>
                    <a:pt x="119062" y="33338"/>
                  </a:lnTo>
                  <a:lnTo>
                    <a:pt x="128588" y="23812"/>
                  </a:lnTo>
                  <a:lnTo>
                    <a:pt x="139065" y="21908"/>
                  </a:lnTo>
                  <a:lnTo>
                    <a:pt x="174308" y="24765"/>
                  </a:lnTo>
                  <a:lnTo>
                    <a:pt x="198120" y="20955"/>
                  </a:lnTo>
                  <a:lnTo>
                    <a:pt x="210503" y="12383"/>
                  </a:lnTo>
                  <a:lnTo>
                    <a:pt x="215265" y="11430"/>
                  </a:lnTo>
                  <a:lnTo>
                    <a:pt x="233362" y="14288"/>
                  </a:lnTo>
                  <a:lnTo>
                    <a:pt x="240030" y="21908"/>
                  </a:lnTo>
                  <a:lnTo>
                    <a:pt x="240030" y="16193"/>
                  </a:lnTo>
                  <a:lnTo>
                    <a:pt x="240030" y="11430"/>
                  </a:lnTo>
                  <a:lnTo>
                    <a:pt x="244793" y="12383"/>
                  </a:lnTo>
                  <a:lnTo>
                    <a:pt x="267653" y="21908"/>
                  </a:lnTo>
                  <a:lnTo>
                    <a:pt x="267653" y="9525"/>
                  </a:lnTo>
                  <a:lnTo>
                    <a:pt x="269558" y="5715"/>
                  </a:lnTo>
                  <a:lnTo>
                    <a:pt x="276225" y="0"/>
                  </a:lnTo>
                  <a:lnTo>
                    <a:pt x="280035" y="0"/>
                  </a:lnTo>
                  <a:lnTo>
                    <a:pt x="290512" y="11430"/>
                  </a:lnTo>
                  <a:lnTo>
                    <a:pt x="298133" y="16193"/>
                  </a:lnTo>
                  <a:lnTo>
                    <a:pt x="309562" y="20955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6819900" y="1181100"/>
              <a:ext cx="3748088" cy="4092893"/>
            </a:xfrm>
            <a:custGeom>
              <a:avLst/>
              <a:gdLst/>
              <a:ahLst/>
              <a:cxnLst/>
              <a:rect l="l" t="t" r="r" b="b"/>
              <a:pathLst>
                <a:path w="3748088" h="4092893">
                  <a:moveTo>
                    <a:pt x="3712845" y="0"/>
                  </a:moveTo>
                  <a:lnTo>
                    <a:pt x="3713798" y="952"/>
                  </a:lnTo>
                  <a:lnTo>
                    <a:pt x="3720465" y="20002"/>
                  </a:lnTo>
                  <a:lnTo>
                    <a:pt x="3705225" y="27623"/>
                  </a:lnTo>
                  <a:lnTo>
                    <a:pt x="3692843" y="28575"/>
                  </a:lnTo>
                  <a:lnTo>
                    <a:pt x="3671888" y="31432"/>
                  </a:lnTo>
                  <a:lnTo>
                    <a:pt x="3656648" y="38100"/>
                  </a:lnTo>
                  <a:lnTo>
                    <a:pt x="3641407" y="50483"/>
                  </a:lnTo>
                  <a:lnTo>
                    <a:pt x="3599498" y="69533"/>
                  </a:lnTo>
                  <a:lnTo>
                    <a:pt x="3590925" y="82867"/>
                  </a:lnTo>
                  <a:lnTo>
                    <a:pt x="3585210" y="93345"/>
                  </a:lnTo>
                  <a:lnTo>
                    <a:pt x="3574732" y="99060"/>
                  </a:lnTo>
                  <a:lnTo>
                    <a:pt x="3548062" y="93345"/>
                  </a:lnTo>
                  <a:lnTo>
                    <a:pt x="3523298" y="93345"/>
                  </a:lnTo>
                  <a:lnTo>
                    <a:pt x="3495675" y="108585"/>
                  </a:lnTo>
                  <a:lnTo>
                    <a:pt x="3489007" y="114300"/>
                  </a:lnTo>
                  <a:lnTo>
                    <a:pt x="3492818" y="112395"/>
                  </a:lnTo>
                  <a:lnTo>
                    <a:pt x="3497580" y="111442"/>
                  </a:lnTo>
                  <a:lnTo>
                    <a:pt x="3509962" y="112395"/>
                  </a:lnTo>
                  <a:lnTo>
                    <a:pt x="3529965" y="105727"/>
                  </a:lnTo>
                  <a:lnTo>
                    <a:pt x="3548062" y="129540"/>
                  </a:lnTo>
                  <a:lnTo>
                    <a:pt x="3587115" y="124777"/>
                  </a:lnTo>
                  <a:lnTo>
                    <a:pt x="3621405" y="105727"/>
                  </a:lnTo>
                  <a:lnTo>
                    <a:pt x="3634740" y="105727"/>
                  </a:lnTo>
                  <a:lnTo>
                    <a:pt x="3646170" y="108585"/>
                  </a:lnTo>
                  <a:lnTo>
                    <a:pt x="3658552" y="115252"/>
                  </a:lnTo>
                  <a:lnTo>
                    <a:pt x="3692843" y="149542"/>
                  </a:lnTo>
                  <a:lnTo>
                    <a:pt x="3710940" y="154305"/>
                  </a:lnTo>
                  <a:lnTo>
                    <a:pt x="3729990" y="161925"/>
                  </a:lnTo>
                  <a:lnTo>
                    <a:pt x="3739515" y="161925"/>
                  </a:lnTo>
                  <a:lnTo>
                    <a:pt x="3748088" y="164783"/>
                  </a:lnTo>
                  <a:lnTo>
                    <a:pt x="3724275" y="177165"/>
                  </a:lnTo>
                  <a:lnTo>
                    <a:pt x="3692843" y="204788"/>
                  </a:lnTo>
                  <a:lnTo>
                    <a:pt x="3678555" y="210502"/>
                  </a:lnTo>
                  <a:lnTo>
                    <a:pt x="3669030" y="219075"/>
                  </a:lnTo>
                  <a:lnTo>
                    <a:pt x="3693795" y="214312"/>
                  </a:lnTo>
                  <a:lnTo>
                    <a:pt x="3711893" y="201930"/>
                  </a:lnTo>
                  <a:lnTo>
                    <a:pt x="3721418" y="198120"/>
                  </a:lnTo>
                  <a:lnTo>
                    <a:pt x="3728085" y="200977"/>
                  </a:lnTo>
                  <a:lnTo>
                    <a:pt x="3732848" y="217170"/>
                  </a:lnTo>
                  <a:lnTo>
                    <a:pt x="3726180" y="266700"/>
                  </a:lnTo>
                  <a:lnTo>
                    <a:pt x="3715702" y="266700"/>
                  </a:lnTo>
                  <a:lnTo>
                    <a:pt x="3708082" y="253365"/>
                  </a:lnTo>
                  <a:lnTo>
                    <a:pt x="3698557" y="248602"/>
                  </a:lnTo>
                  <a:lnTo>
                    <a:pt x="3689032" y="251460"/>
                  </a:lnTo>
                  <a:lnTo>
                    <a:pt x="3673793" y="251460"/>
                  </a:lnTo>
                  <a:lnTo>
                    <a:pt x="3666173" y="258127"/>
                  </a:lnTo>
                  <a:lnTo>
                    <a:pt x="3661410" y="266700"/>
                  </a:lnTo>
                  <a:lnTo>
                    <a:pt x="3670935" y="268605"/>
                  </a:lnTo>
                  <a:lnTo>
                    <a:pt x="3690938" y="282892"/>
                  </a:lnTo>
                  <a:lnTo>
                    <a:pt x="3692843" y="291465"/>
                  </a:lnTo>
                  <a:lnTo>
                    <a:pt x="3687127" y="295275"/>
                  </a:lnTo>
                  <a:lnTo>
                    <a:pt x="3673793" y="294323"/>
                  </a:lnTo>
                  <a:lnTo>
                    <a:pt x="3689985" y="305752"/>
                  </a:lnTo>
                  <a:lnTo>
                    <a:pt x="3686175" y="316230"/>
                  </a:lnTo>
                  <a:lnTo>
                    <a:pt x="3680460" y="321945"/>
                  </a:lnTo>
                  <a:lnTo>
                    <a:pt x="3670935" y="324802"/>
                  </a:lnTo>
                  <a:lnTo>
                    <a:pt x="3664268" y="334327"/>
                  </a:lnTo>
                  <a:lnTo>
                    <a:pt x="3673793" y="350520"/>
                  </a:lnTo>
                  <a:lnTo>
                    <a:pt x="3681412" y="371475"/>
                  </a:lnTo>
                  <a:lnTo>
                    <a:pt x="3683318" y="382905"/>
                  </a:lnTo>
                  <a:lnTo>
                    <a:pt x="3669030" y="378142"/>
                  </a:lnTo>
                  <a:lnTo>
                    <a:pt x="3649027" y="390525"/>
                  </a:lnTo>
                  <a:lnTo>
                    <a:pt x="3636645" y="392430"/>
                  </a:lnTo>
                  <a:lnTo>
                    <a:pt x="3629025" y="374333"/>
                  </a:lnTo>
                  <a:lnTo>
                    <a:pt x="3619500" y="377190"/>
                  </a:lnTo>
                  <a:lnTo>
                    <a:pt x="3612832" y="382905"/>
                  </a:lnTo>
                  <a:lnTo>
                    <a:pt x="3604260" y="400050"/>
                  </a:lnTo>
                  <a:lnTo>
                    <a:pt x="3593782" y="417195"/>
                  </a:lnTo>
                  <a:lnTo>
                    <a:pt x="3584257" y="421958"/>
                  </a:lnTo>
                  <a:lnTo>
                    <a:pt x="3572827" y="421005"/>
                  </a:lnTo>
                  <a:lnTo>
                    <a:pt x="3564255" y="421005"/>
                  </a:lnTo>
                  <a:lnTo>
                    <a:pt x="3567112" y="424815"/>
                  </a:lnTo>
                  <a:lnTo>
                    <a:pt x="3575685" y="430530"/>
                  </a:lnTo>
                  <a:lnTo>
                    <a:pt x="3575685" y="437198"/>
                  </a:lnTo>
                  <a:lnTo>
                    <a:pt x="3556635" y="457200"/>
                  </a:lnTo>
                  <a:lnTo>
                    <a:pt x="3551873" y="464820"/>
                  </a:lnTo>
                  <a:lnTo>
                    <a:pt x="3551873" y="471488"/>
                  </a:lnTo>
                  <a:lnTo>
                    <a:pt x="3542348" y="480060"/>
                  </a:lnTo>
                  <a:lnTo>
                    <a:pt x="3548062" y="494348"/>
                  </a:lnTo>
                  <a:lnTo>
                    <a:pt x="3545205" y="503873"/>
                  </a:lnTo>
                  <a:lnTo>
                    <a:pt x="3535680" y="516255"/>
                  </a:lnTo>
                  <a:lnTo>
                    <a:pt x="3526155" y="523875"/>
                  </a:lnTo>
                  <a:lnTo>
                    <a:pt x="3513773" y="538162"/>
                  </a:lnTo>
                  <a:lnTo>
                    <a:pt x="3500438" y="545783"/>
                  </a:lnTo>
                  <a:lnTo>
                    <a:pt x="3480435" y="575310"/>
                  </a:lnTo>
                  <a:lnTo>
                    <a:pt x="3475673" y="590550"/>
                  </a:lnTo>
                  <a:lnTo>
                    <a:pt x="3473768" y="605790"/>
                  </a:lnTo>
                  <a:lnTo>
                    <a:pt x="3467100" y="610552"/>
                  </a:lnTo>
                  <a:lnTo>
                    <a:pt x="3457575" y="616267"/>
                  </a:lnTo>
                  <a:lnTo>
                    <a:pt x="3445193" y="613410"/>
                  </a:lnTo>
                  <a:lnTo>
                    <a:pt x="3445193" y="603885"/>
                  </a:lnTo>
                  <a:lnTo>
                    <a:pt x="3439477" y="602933"/>
                  </a:lnTo>
                  <a:lnTo>
                    <a:pt x="3436620" y="595312"/>
                  </a:lnTo>
                  <a:lnTo>
                    <a:pt x="3435668" y="587692"/>
                  </a:lnTo>
                  <a:lnTo>
                    <a:pt x="3438525" y="581025"/>
                  </a:lnTo>
                  <a:lnTo>
                    <a:pt x="3432810" y="582930"/>
                  </a:lnTo>
                  <a:lnTo>
                    <a:pt x="3429952" y="590550"/>
                  </a:lnTo>
                  <a:lnTo>
                    <a:pt x="3421380" y="597217"/>
                  </a:lnTo>
                  <a:lnTo>
                    <a:pt x="3413760" y="594360"/>
                  </a:lnTo>
                  <a:lnTo>
                    <a:pt x="3405188" y="588645"/>
                  </a:lnTo>
                  <a:lnTo>
                    <a:pt x="3405188" y="597217"/>
                  </a:lnTo>
                  <a:lnTo>
                    <a:pt x="3408998" y="603885"/>
                  </a:lnTo>
                  <a:lnTo>
                    <a:pt x="3411855" y="612458"/>
                  </a:lnTo>
                  <a:lnTo>
                    <a:pt x="3423285" y="613410"/>
                  </a:lnTo>
                  <a:lnTo>
                    <a:pt x="3432810" y="621983"/>
                  </a:lnTo>
                  <a:lnTo>
                    <a:pt x="3438525" y="635317"/>
                  </a:lnTo>
                  <a:lnTo>
                    <a:pt x="3439477" y="641033"/>
                  </a:lnTo>
                  <a:lnTo>
                    <a:pt x="3445193" y="646748"/>
                  </a:lnTo>
                  <a:lnTo>
                    <a:pt x="3445193" y="652462"/>
                  </a:lnTo>
                  <a:lnTo>
                    <a:pt x="3433762" y="656272"/>
                  </a:lnTo>
                  <a:lnTo>
                    <a:pt x="3418523" y="664845"/>
                  </a:lnTo>
                  <a:lnTo>
                    <a:pt x="3402330" y="680085"/>
                  </a:lnTo>
                  <a:lnTo>
                    <a:pt x="3387090" y="690562"/>
                  </a:lnTo>
                  <a:lnTo>
                    <a:pt x="3374707" y="690562"/>
                  </a:lnTo>
                  <a:lnTo>
                    <a:pt x="3366135" y="689610"/>
                  </a:lnTo>
                  <a:lnTo>
                    <a:pt x="3355657" y="683895"/>
                  </a:lnTo>
                  <a:lnTo>
                    <a:pt x="3343275" y="681038"/>
                  </a:lnTo>
                  <a:lnTo>
                    <a:pt x="3359468" y="701992"/>
                  </a:lnTo>
                  <a:lnTo>
                    <a:pt x="3368993" y="704850"/>
                  </a:lnTo>
                  <a:lnTo>
                    <a:pt x="3381375" y="704850"/>
                  </a:lnTo>
                  <a:lnTo>
                    <a:pt x="3392805" y="696278"/>
                  </a:lnTo>
                  <a:lnTo>
                    <a:pt x="3408998" y="697230"/>
                  </a:lnTo>
                  <a:lnTo>
                    <a:pt x="3413760" y="708660"/>
                  </a:lnTo>
                  <a:lnTo>
                    <a:pt x="3408998" y="721995"/>
                  </a:lnTo>
                  <a:lnTo>
                    <a:pt x="3399473" y="739140"/>
                  </a:lnTo>
                  <a:lnTo>
                    <a:pt x="3398520" y="754380"/>
                  </a:lnTo>
                  <a:lnTo>
                    <a:pt x="3408998" y="774383"/>
                  </a:lnTo>
                  <a:lnTo>
                    <a:pt x="3408998" y="782002"/>
                  </a:lnTo>
                  <a:lnTo>
                    <a:pt x="3405188" y="783908"/>
                  </a:lnTo>
                  <a:lnTo>
                    <a:pt x="3392805" y="779145"/>
                  </a:lnTo>
                  <a:lnTo>
                    <a:pt x="3381375" y="771525"/>
                  </a:lnTo>
                  <a:lnTo>
                    <a:pt x="3370898" y="773430"/>
                  </a:lnTo>
                  <a:lnTo>
                    <a:pt x="3359468" y="770572"/>
                  </a:lnTo>
                  <a:lnTo>
                    <a:pt x="3348990" y="773430"/>
                  </a:lnTo>
                  <a:lnTo>
                    <a:pt x="3343275" y="779145"/>
                  </a:lnTo>
                  <a:lnTo>
                    <a:pt x="3347085" y="786765"/>
                  </a:lnTo>
                  <a:lnTo>
                    <a:pt x="3356610" y="792480"/>
                  </a:lnTo>
                  <a:lnTo>
                    <a:pt x="3364230" y="803910"/>
                  </a:lnTo>
                  <a:lnTo>
                    <a:pt x="3355657" y="806767"/>
                  </a:lnTo>
                  <a:lnTo>
                    <a:pt x="3328035" y="804862"/>
                  </a:lnTo>
                  <a:lnTo>
                    <a:pt x="3321368" y="806767"/>
                  </a:lnTo>
                  <a:lnTo>
                    <a:pt x="3311843" y="817245"/>
                  </a:lnTo>
                  <a:lnTo>
                    <a:pt x="3316605" y="835342"/>
                  </a:lnTo>
                  <a:lnTo>
                    <a:pt x="3311843" y="844867"/>
                  </a:lnTo>
                  <a:lnTo>
                    <a:pt x="3299460" y="847725"/>
                  </a:lnTo>
                  <a:lnTo>
                    <a:pt x="3284220" y="856298"/>
                  </a:lnTo>
                  <a:lnTo>
                    <a:pt x="3274695" y="857250"/>
                  </a:lnTo>
                  <a:lnTo>
                    <a:pt x="3274695" y="861060"/>
                  </a:lnTo>
                  <a:lnTo>
                    <a:pt x="3281362" y="865822"/>
                  </a:lnTo>
                  <a:lnTo>
                    <a:pt x="3285173" y="869633"/>
                  </a:lnTo>
                  <a:lnTo>
                    <a:pt x="3276600" y="887730"/>
                  </a:lnTo>
                  <a:lnTo>
                    <a:pt x="3263265" y="893445"/>
                  </a:lnTo>
                  <a:lnTo>
                    <a:pt x="3242310" y="890588"/>
                  </a:lnTo>
                  <a:lnTo>
                    <a:pt x="3227070" y="894398"/>
                  </a:lnTo>
                  <a:lnTo>
                    <a:pt x="3212782" y="885825"/>
                  </a:lnTo>
                  <a:lnTo>
                    <a:pt x="3198495" y="885825"/>
                  </a:lnTo>
                  <a:lnTo>
                    <a:pt x="3188018" y="895350"/>
                  </a:lnTo>
                  <a:lnTo>
                    <a:pt x="3188018" y="906780"/>
                  </a:lnTo>
                  <a:lnTo>
                    <a:pt x="3177540" y="907733"/>
                  </a:lnTo>
                  <a:lnTo>
                    <a:pt x="3172777" y="906780"/>
                  </a:lnTo>
                  <a:lnTo>
                    <a:pt x="3164205" y="907733"/>
                  </a:lnTo>
                  <a:lnTo>
                    <a:pt x="3165157" y="913448"/>
                  </a:lnTo>
                  <a:lnTo>
                    <a:pt x="3169920" y="918210"/>
                  </a:lnTo>
                  <a:lnTo>
                    <a:pt x="3189923" y="920115"/>
                  </a:lnTo>
                  <a:lnTo>
                    <a:pt x="3192780" y="927735"/>
                  </a:lnTo>
                  <a:lnTo>
                    <a:pt x="3194685" y="938212"/>
                  </a:lnTo>
                  <a:lnTo>
                    <a:pt x="3172777" y="958215"/>
                  </a:lnTo>
                  <a:lnTo>
                    <a:pt x="3164205" y="971550"/>
                  </a:lnTo>
                  <a:lnTo>
                    <a:pt x="3150870" y="971550"/>
                  </a:lnTo>
                  <a:lnTo>
                    <a:pt x="3140393" y="981075"/>
                  </a:lnTo>
                  <a:lnTo>
                    <a:pt x="3135630" y="995362"/>
                  </a:lnTo>
                  <a:lnTo>
                    <a:pt x="3128010" y="992505"/>
                  </a:lnTo>
                  <a:lnTo>
                    <a:pt x="3113723" y="995362"/>
                  </a:lnTo>
                  <a:lnTo>
                    <a:pt x="3108007" y="1002030"/>
                  </a:lnTo>
                  <a:lnTo>
                    <a:pt x="3111818" y="1004888"/>
                  </a:lnTo>
                  <a:lnTo>
                    <a:pt x="3111818" y="1008698"/>
                  </a:lnTo>
                  <a:lnTo>
                    <a:pt x="3106102" y="1024890"/>
                  </a:lnTo>
                  <a:lnTo>
                    <a:pt x="3099435" y="1029652"/>
                  </a:lnTo>
                  <a:lnTo>
                    <a:pt x="3095625" y="1022033"/>
                  </a:lnTo>
                  <a:lnTo>
                    <a:pt x="3093720" y="1012508"/>
                  </a:lnTo>
                  <a:lnTo>
                    <a:pt x="3088957" y="1012508"/>
                  </a:lnTo>
                  <a:lnTo>
                    <a:pt x="3080385" y="1021080"/>
                  </a:lnTo>
                  <a:lnTo>
                    <a:pt x="3068955" y="1027748"/>
                  </a:lnTo>
                  <a:lnTo>
                    <a:pt x="3059430" y="1030605"/>
                  </a:lnTo>
                  <a:lnTo>
                    <a:pt x="3052762" y="1024890"/>
                  </a:lnTo>
                  <a:lnTo>
                    <a:pt x="3036570" y="1021080"/>
                  </a:lnTo>
                  <a:lnTo>
                    <a:pt x="3028950" y="1048702"/>
                  </a:lnTo>
                  <a:lnTo>
                    <a:pt x="3015615" y="1058228"/>
                  </a:lnTo>
                  <a:lnTo>
                    <a:pt x="3008948" y="1061085"/>
                  </a:lnTo>
                  <a:lnTo>
                    <a:pt x="2997518" y="1062038"/>
                  </a:lnTo>
                  <a:lnTo>
                    <a:pt x="3004185" y="1064895"/>
                  </a:lnTo>
                  <a:lnTo>
                    <a:pt x="3007043" y="1071562"/>
                  </a:lnTo>
                  <a:lnTo>
                    <a:pt x="3003232" y="1079182"/>
                  </a:lnTo>
                  <a:lnTo>
                    <a:pt x="2991802" y="1080135"/>
                  </a:lnTo>
                  <a:lnTo>
                    <a:pt x="2985135" y="1085850"/>
                  </a:lnTo>
                  <a:lnTo>
                    <a:pt x="2982277" y="1108710"/>
                  </a:lnTo>
                  <a:lnTo>
                    <a:pt x="2975610" y="1117282"/>
                  </a:lnTo>
                  <a:lnTo>
                    <a:pt x="2957512" y="1119188"/>
                  </a:lnTo>
                  <a:lnTo>
                    <a:pt x="2945130" y="1113472"/>
                  </a:lnTo>
                  <a:lnTo>
                    <a:pt x="2941320" y="1117282"/>
                  </a:lnTo>
                  <a:lnTo>
                    <a:pt x="2939415" y="1121092"/>
                  </a:lnTo>
                  <a:lnTo>
                    <a:pt x="2932748" y="1125855"/>
                  </a:lnTo>
                  <a:lnTo>
                    <a:pt x="2919412" y="1126808"/>
                  </a:lnTo>
                  <a:lnTo>
                    <a:pt x="2889885" y="1138238"/>
                  </a:lnTo>
                  <a:lnTo>
                    <a:pt x="2877502" y="1135380"/>
                  </a:lnTo>
                  <a:lnTo>
                    <a:pt x="2861310" y="1131570"/>
                  </a:lnTo>
                  <a:lnTo>
                    <a:pt x="2850832" y="1135380"/>
                  </a:lnTo>
                  <a:lnTo>
                    <a:pt x="2846070" y="1143952"/>
                  </a:lnTo>
                  <a:lnTo>
                    <a:pt x="2842260" y="1148715"/>
                  </a:lnTo>
                  <a:lnTo>
                    <a:pt x="2826068" y="1148715"/>
                  </a:lnTo>
                  <a:lnTo>
                    <a:pt x="2813685" y="1141095"/>
                  </a:lnTo>
                  <a:lnTo>
                    <a:pt x="2801302" y="1135380"/>
                  </a:lnTo>
                  <a:lnTo>
                    <a:pt x="2786062" y="1141095"/>
                  </a:lnTo>
                  <a:lnTo>
                    <a:pt x="2774632" y="1150620"/>
                  </a:lnTo>
                  <a:lnTo>
                    <a:pt x="2761298" y="1154430"/>
                  </a:lnTo>
                  <a:lnTo>
                    <a:pt x="2759393" y="1160145"/>
                  </a:lnTo>
                  <a:lnTo>
                    <a:pt x="2752725" y="1163002"/>
                  </a:lnTo>
                  <a:lnTo>
                    <a:pt x="2738438" y="1161098"/>
                  </a:lnTo>
                  <a:lnTo>
                    <a:pt x="2733675" y="1145858"/>
                  </a:lnTo>
                  <a:lnTo>
                    <a:pt x="2725102" y="1144905"/>
                  </a:lnTo>
                  <a:lnTo>
                    <a:pt x="2716530" y="1151572"/>
                  </a:lnTo>
                  <a:lnTo>
                    <a:pt x="2713672" y="1158240"/>
                  </a:lnTo>
                  <a:lnTo>
                    <a:pt x="2709862" y="1163002"/>
                  </a:lnTo>
                  <a:lnTo>
                    <a:pt x="2711768" y="1175385"/>
                  </a:lnTo>
                  <a:lnTo>
                    <a:pt x="2704148" y="1175385"/>
                  </a:lnTo>
                  <a:lnTo>
                    <a:pt x="2693670" y="1168718"/>
                  </a:lnTo>
                  <a:lnTo>
                    <a:pt x="2682240" y="1166812"/>
                  </a:lnTo>
                  <a:lnTo>
                    <a:pt x="2672715" y="1173480"/>
                  </a:lnTo>
                  <a:lnTo>
                    <a:pt x="2675572" y="1179195"/>
                  </a:lnTo>
                  <a:lnTo>
                    <a:pt x="2674620" y="1184910"/>
                  </a:lnTo>
                  <a:lnTo>
                    <a:pt x="2679382" y="1187768"/>
                  </a:lnTo>
                  <a:lnTo>
                    <a:pt x="2682240" y="1193482"/>
                  </a:lnTo>
                  <a:lnTo>
                    <a:pt x="2675572" y="1197292"/>
                  </a:lnTo>
                  <a:lnTo>
                    <a:pt x="2675572" y="1203008"/>
                  </a:lnTo>
                  <a:lnTo>
                    <a:pt x="2672715" y="1206818"/>
                  </a:lnTo>
                  <a:lnTo>
                    <a:pt x="2654618" y="1200150"/>
                  </a:lnTo>
                  <a:lnTo>
                    <a:pt x="2639378" y="1195388"/>
                  </a:lnTo>
                  <a:lnTo>
                    <a:pt x="2626995" y="1197292"/>
                  </a:lnTo>
                  <a:lnTo>
                    <a:pt x="2622232" y="1193482"/>
                  </a:lnTo>
                  <a:lnTo>
                    <a:pt x="2622232" y="1188720"/>
                  </a:lnTo>
                  <a:lnTo>
                    <a:pt x="2637472" y="1182052"/>
                  </a:lnTo>
                  <a:lnTo>
                    <a:pt x="2637472" y="1178242"/>
                  </a:lnTo>
                  <a:lnTo>
                    <a:pt x="2626043" y="1175385"/>
                  </a:lnTo>
                  <a:lnTo>
                    <a:pt x="2612707" y="1163955"/>
                  </a:lnTo>
                  <a:lnTo>
                    <a:pt x="2602230" y="1147762"/>
                  </a:lnTo>
                  <a:lnTo>
                    <a:pt x="2588895" y="1138238"/>
                  </a:lnTo>
                  <a:lnTo>
                    <a:pt x="2583180" y="1129665"/>
                  </a:lnTo>
                  <a:lnTo>
                    <a:pt x="2580322" y="1114425"/>
                  </a:lnTo>
                  <a:lnTo>
                    <a:pt x="2579370" y="1107758"/>
                  </a:lnTo>
                  <a:lnTo>
                    <a:pt x="2579370" y="1099185"/>
                  </a:lnTo>
                  <a:lnTo>
                    <a:pt x="2583180" y="1092518"/>
                  </a:lnTo>
                  <a:lnTo>
                    <a:pt x="2569845" y="1096328"/>
                  </a:lnTo>
                  <a:lnTo>
                    <a:pt x="2560320" y="1103948"/>
                  </a:lnTo>
                  <a:lnTo>
                    <a:pt x="2561272" y="1110615"/>
                  </a:lnTo>
                  <a:lnTo>
                    <a:pt x="2558415" y="1119188"/>
                  </a:lnTo>
                  <a:lnTo>
                    <a:pt x="2543175" y="1122998"/>
                  </a:lnTo>
                  <a:lnTo>
                    <a:pt x="2545080" y="1125855"/>
                  </a:lnTo>
                  <a:lnTo>
                    <a:pt x="2546032" y="1129665"/>
                  </a:lnTo>
                  <a:lnTo>
                    <a:pt x="2557462" y="1139190"/>
                  </a:lnTo>
                  <a:lnTo>
                    <a:pt x="2560320" y="1147762"/>
                  </a:lnTo>
                  <a:lnTo>
                    <a:pt x="2565082" y="1153478"/>
                  </a:lnTo>
                  <a:lnTo>
                    <a:pt x="2573655" y="1166812"/>
                  </a:lnTo>
                  <a:lnTo>
                    <a:pt x="2573655" y="1193482"/>
                  </a:lnTo>
                  <a:lnTo>
                    <a:pt x="2579370" y="1200150"/>
                  </a:lnTo>
                  <a:lnTo>
                    <a:pt x="2577465" y="1206818"/>
                  </a:lnTo>
                  <a:lnTo>
                    <a:pt x="2573655" y="1218248"/>
                  </a:lnTo>
                  <a:lnTo>
                    <a:pt x="2566988" y="1220152"/>
                  </a:lnTo>
                  <a:lnTo>
                    <a:pt x="2555557" y="1223010"/>
                  </a:lnTo>
                  <a:lnTo>
                    <a:pt x="2548890" y="1225868"/>
                  </a:lnTo>
                  <a:lnTo>
                    <a:pt x="2543175" y="1227772"/>
                  </a:lnTo>
                  <a:lnTo>
                    <a:pt x="2535555" y="1235392"/>
                  </a:lnTo>
                  <a:lnTo>
                    <a:pt x="2518410" y="1237298"/>
                  </a:lnTo>
                  <a:lnTo>
                    <a:pt x="2510790" y="1219200"/>
                  </a:lnTo>
                  <a:lnTo>
                    <a:pt x="2499360" y="1231582"/>
                  </a:lnTo>
                  <a:lnTo>
                    <a:pt x="2496502" y="1256348"/>
                  </a:lnTo>
                  <a:lnTo>
                    <a:pt x="2490788" y="1260158"/>
                  </a:lnTo>
                  <a:lnTo>
                    <a:pt x="2484120" y="1264920"/>
                  </a:lnTo>
                  <a:lnTo>
                    <a:pt x="2471738" y="1255395"/>
                  </a:lnTo>
                  <a:lnTo>
                    <a:pt x="2461260" y="1262062"/>
                  </a:lnTo>
                  <a:lnTo>
                    <a:pt x="2450782" y="1267778"/>
                  </a:lnTo>
                  <a:lnTo>
                    <a:pt x="2446972" y="1272540"/>
                  </a:lnTo>
                  <a:lnTo>
                    <a:pt x="2441257" y="1278255"/>
                  </a:lnTo>
                  <a:lnTo>
                    <a:pt x="2428875" y="1272540"/>
                  </a:lnTo>
                  <a:lnTo>
                    <a:pt x="2418398" y="1264920"/>
                  </a:lnTo>
                  <a:lnTo>
                    <a:pt x="2421255" y="1258253"/>
                  </a:lnTo>
                  <a:lnTo>
                    <a:pt x="2419350" y="1253490"/>
                  </a:lnTo>
                  <a:lnTo>
                    <a:pt x="2413635" y="1250632"/>
                  </a:lnTo>
                  <a:lnTo>
                    <a:pt x="2409825" y="1250632"/>
                  </a:lnTo>
                  <a:lnTo>
                    <a:pt x="2412682" y="1259205"/>
                  </a:lnTo>
                  <a:lnTo>
                    <a:pt x="2413635" y="1275397"/>
                  </a:lnTo>
                  <a:lnTo>
                    <a:pt x="2409825" y="1280160"/>
                  </a:lnTo>
                  <a:lnTo>
                    <a:pt x="2401252" y="1283970"/>
                  </a:lnTo>
                  <a:lnTo>
                    <a:pt x="2386965" y="1281112"/>
                  </a:lnTo>
                  <a:lnTo>
                    <a:pt x="2376488" y="1274445"/>
                  </a:lnTo>
                  <a:lnTo>
                    <a:pt x="2363152" y="1270635"/>
                  </a:lnTo>
                  <a:lnTo>
                    <a:pt x="2351722" y="1268730"/>
                  </a:lnTo>
                  <a:lnTo>
                    <a:pt x="2350770" y="1278255"/>
                  </a:lnTo>
                  <a:lnTo>
                    <a:pt x="2342198" y="1286828"/>
                  </a:lnTo>
                  <a:lnTo>
                    <a:pt x="2337435" y="1287780"/>
                  </a:lnTo>
                  <a:lnTo>
                    <a:pt x="2329815" y="1286828"/>
                  </a:lnTo>
                  <a:lnTo>
                    <a:pt x="2320290" y="1295400"/>
                  </a:lnTo>
                  <a:lnTo>
                    <a:pt x="2316480" y="1302068"/>
                  </a:lnTo>
                  <a:lnTo>
                    <a:pt x="2305050" y="1308735"/>
                  </a:lnTo>
                  <a:lnTo>
                    <a:pt x="2276475" y="1311592"/>
                  </a:lnTo>
                  <a:lnTo>
                    <a:pt x="2266950" y="1318260"/>
                  </a:lnTo>
                  <a:lnTo>
                    <a:pt x="2252662" y="1318260"/>
                  </a:lnTo>
                  <a:lnTo>
                    <a:pt x="2243138" y="1320165"/>
                  </a:lnTo>
                  <a:lnTo>
                    <a:pt x="2236470" y="1318260"/>
                  </a:lnTo>
                  <a:lnTo>
                    <a:pt x="2230755" y="1315403"/>
                  </a:lnTo>
                  <a:lnTo>
                    <a:pt x="2225993" y="1315403"/>
                  </a:lnTo>
                  <a:lnTo>
                    <a:pt x="2223135" y="1326832"/>
                  </a:lnTo>
                  <a:lnTo>
                    <a:pt x="2205990" y="1330642"/>
                  </a:lnTo>
                  <a:lnTo>
                    <a:pt x="2190750" y="1332547"/>
                  </a:lnTo>
                  <a:lnTo>
                    <a:pt x="2174557" y="1346835"/>
                  </a:lnTo>
                  <a:lnTo>
                    <a:pt x="2163128" y="1357312"/>
                  </a:lnTo>
                  <a:lnTo>
                    <a:pt x="2153602" y="1357312"/>
                  </a:lnTo>
                  <a:lnTo>
                    <a:pt x="2148840" y="1354455"/>
                  </a:lnTo>
                  <a:lnTo>
                    <a:pt x="2144078" y="1340168"/>
                  </a:lnTo>
                  <a:lnTo>
                    <a:pt x="2141220" y="1339215"/>
                  </a:lnTo>
                  <a:lnTo>
                    <a:pt x="2140268" y="1351597"/>
                  </a:lnTo>
                  <a:lnTo>
                    <a:pt x="2137410" y="1362075"/>
                  </a:lnTo>
                  <a:lnTo>
                    <a:pt x="2130743" y="1367790"/>
                  </a:lnTo>
                  <a:lnTo>
                    <a:pt x="2112645" y="1380172"/>
                  </a:lnTo>
                  <a:lnTo>
                    <a:pt x="2106930" y="1394460"/>
                  </a:lnTo>
                  <a:lnTo>
                    <a:pt x="2109788" y="1404938"/>
                  </a:lnTo>
                  <a:lnTo>
                    <a:pt x="2134552" y="1407795"/>
                  </a:lnTo>
                  <a:lnTo>
                    <a:pt x="2138362" y="1414462"/>
                  </a:lnTo>
                  <a:lnTo>
                    <a:pt x="2136457" y="1420178"/>
                  </a:lnTo>
                  <a:lnTo>
                    <a:pt x="2128838" y="1423988"/>
                  </a:lnTo>
                  <a:lnTo>
                    <a:pt x="2127885" y="1431608"/>
                  </a:lnTo>
                  <a:lnTo>
                    <a:pt x="2155507" y="1451610"/>
                  </a:lnTo>
                  <a:lnTo>
                    <a:pt x="2156460" y="1460182"/>
                  </a:lnTo>
                  <a:lnTo>
                    <a:pt x="2152650" y="1463992"/>
                  </a:lnTo>
                  <a:lnTo>
                    <a:pt x="2146935" y="1473518"/>
                  </a:lnTo>
                  <a:lnTo>
                    <a:pt x="2133600" y="1483042"/>
                  </a:lnTo>
                  <a:lnTo>
                    <a:pt x="2101215" y="1487805"/>
                  </a:lnTo>
                  <a:lnTo>
                    <a:pt x="2076450" y="1483042"/>
                  </a:lnTo>
                  <a:lnTo>
                    <a:pt x="2068830" y="1473518"/>
                  </a:lnTo>
                  <a:lnTo>
                    <a:pt x="2069782" y="1466850"/>
                  </a:lnTo>
                  <a:lnTo>
                    <a:pt x="2075497" y="1468755"/>
                  </a:lnTo>
                  <a:lnTo>
                    <a:pt x="2082165" y="1468755"/>
                  </a:lnTo>
                  <a:lnTo>
                    <a:pt x="2081212" y="1461135"/>
                  </a:lnTo>
                  <a:lnTo>
                    <a:pt x="2078355" y="1457325"/>
                  </a:lnTo>
                  <a:lnTo>
                    <a:pt x="2065972" y="1453515"/>
                  </a:lnTo>
                  <a:lnTo>
                    <a:pt x="2056447" y="1438275"/>
                  </a:lnTo>
                  <a:lnTo>
                    <a:pt x="2059305" y="1425892"/>
                  </a:lnTo>
                  <a:lnTo>
                    <a:pt x="2053590" y="1416368"/>
                  </a:lnTo>
                  <a:lnTo>
                    <a:pt x="2047875" y="1407795"/>
                  </a:lnTo>
                  <a:lnTo>
                    <a:pt x="2041207" y="1403985"/>
                  </a:lnTo>
                  <a:lnTo>
                    <a:pt x="2038350" y="1396365"/>
                  </a:lnTo>
                  <a:lnTo>
                    <a:pt x="2045018" y="1379220"/>
                  </a:lnTo>
                  <a:lnTo>
                    <a:pt x="2041207" y="1367790"/>
                  </a:lnTo>
                  <a:lnTo>
                    <a:pt x="2051685" y="1354455"/>
                  </a:lnTo>
                  <a:lnTo>
                    <a:pt x="2054543" y="1339215"/>
                  </a:lnTo>
                  <a:lnTo>
                    <a:pt x="2074545" y="1333500"/>
                  </a:lnTo>
                  <a:lnTo>
                    <a:pt x="2075497" y="1320165"/>
                  </a:lnTo>
                  <a:lnTo>
                    <a:pt x="2062162" y="1320165"/>
                  </a:lnTo>
                  <a:lnTo>
                    <a:pt x="2051685" y="1308735"/>
                  </a:lnTo>
                  <a:lnTo>
                    <a:pt x="2049780" y="1312545"/>
                  </a:lnTo>
                  <a:lnTo>
                    <a:pt x="2042160" y="1312545"/>
                  </a:lnTo>
                  <a:lnTo>
                    <a:pt x="2028825" y="1293495"/>
                  </a:lnTo>
                  <a:lnTo>
                    <a:pt x="2025968" y="1290638"/>
                  </a:lnTo>
                  <a:lnTo>
                    <a:pt x="2019300" y="1290638"/>
                  </a:lnTo>
                  <a:lnTo>
                    <a:pt x="2022157" y="1311592"/>
                  </a:lnTo>
                  <a:lnTo>
                    <a:pt x="2007870" y="1320165"/>
                  </a:lnTo>
                  <a:lnTo>
                    <a:pt x="1995488" y="1323975"/>
                  </a:lnTo>
                  <a:lnTo>
                    <a:pt x="1977390" y="1324928"/>
                  </a:lnTo>
                  <a:lnTo>
                    <a:pt x="1967865" y="1326832"/>
                  </a:lnTo>
                  <a:lnTo>
                    <a:pt x="1958340" y="1324928"/>
                  </a:lnTo>
                  <a:lnTo>
                    <a:pt x="1961197" y="1318260"/>
                  </a:lnTo>
                  <a:lnTo>
                    <a:pt x="1965007" y="1311592"/>
                  </a:lnTo>
                  <a:lnTo>
                    <a:pt x="1961197" y="1304925"/>
                  </a:lnTo>
                  <a:lnTo>
                    <a:pt x="1951672" y="1299210"/>
                  </a:lnTo>
                  <a:lnTo>
                    <a:pt x="1936432" y="1300162"/>
                  </a:lnTo>
                  <a:lnTo>
                    <a:pt x="1926907" y="1299210"/>
                  </a:lnTo>
                  <a:lnTo>
                    <a:pt x="1915478" y="1299210"/>
                  </a:lnTo>
                  <a:lnTo>
                    <a:pt x="1911668" y="1296353"/>
                  </a:lnTo>
                  <a:lnTo>
                    <a:pt x="1903095" y="1286828"/>
                  </a:lnTo>
                  <a:lnTo>
                    <a:pt x="1893570" y="1280160"/>
                  </a:lnTo>
                  <a:lnTo>
                    <a:pt x="1890712" y="1272540"/>
                  </a:lnTo>
                  <a:lnTo>
                    <a:pt x="1893570" y="1265872"/>
                  </a:lnTo>
                  <a:lnTo>
                    <a:pt x="1890712" y="1262062"/>
                  </a:lnTo>
                  <a:lnTo>
                    <a:pt x="1875472" y="1262062"/>
                  </a:lnTo>
                  <a:lnTo>
                    <a:pt x="1875472" y="1271588"/>
                  </a:lnTo>
                  <a:lnTo>
                    <a:pt x="1877378" y="1283970"/>
                  </a:lnTo>
                  <a:lnTo>
                    <a:pt x="1881188" y="1293495"/>
                  </a:lnTo>
                  <a:lnTo>
                    <a:pt x="1878330" y="1299210"/>
                  </a:lnTo>
                  <a:lnTo>
                    <a:pt x="1871662" y="1302068"/>
                  </a:lnTo>
                  <a:lnTo>
                    <a:pt x="1862138" y="1292542"/>
                  </a:lnTo>
                  <a:lnTo>
                    <a:pt x="1859280" y="1289685"/>
                  </a:lnTo>
                  <a:lnTo>
                    <a:pt x="1853565" y="1290638"/>
                  </a:lnTo>
                  <a:lnTo>
                    <a:pt x="1850707" y="1300162"/>
                  </a:lnTo>
                  <a:lnTo>
                    <a:pt x="1844040" y="1308735"/>
                  </a:lnTo>
                  <a:lnTo>
                    <a:pt x="1830705" y="1307782"/>
                  </a:lnTo>
                  <a:lnTo>
                    <a:pt x="1819275" y="1312545"/>
                  </a:lnTo>
                  <a:lnTo>
                    <a:pt x="1805940" y="1315403"/>
                  </a:lnTo>
                  <a:lnTo>
                    <a:pt x="1800225" y="1317308"/>
                  </a:lnTo>
                  <a:lnTo>
                    <a:pt x="1784032" y="1317308"/>
                  </a:lnTo>
                  <a:lnTo>
                    <a:pt x="1769745" y="1329690"/>
                  </a:lnTo>
                  <a:lnTo>
                    <a:pt x="1760220" y="1334453"/>
                  </a:lnTo>
                  <a:lnTo>
                    <a:pt x="1744980" y="1339215"/>
                  </a:lnTo>
                  <a:lnTo>
                    <a:pt x="1728788" y="1346835"/>
                  </a:lnTo>
                  <a:lnTo>
                    <a:pt x="1724978" y="1359218"/>
                  </a:lnTo>
                  <a:lnTo>
                    <a:pt x="1723072" y="1367790"/>
                  </a:lnTo>
                  <a:lnTo>
                    <a:pt x="1720215" y="1379220"/>
                  </a:lnTo>
                  <a:lnTo>
                    <a:pt x="1694497" y="1392555"/>
                  </a:lnTo>
                  <a:lnTo>
                    <a:pt x="1687830" y="1391603"/>
                  </a:lnTo>
                  <a:lnTo>
                    <a:pt x="1682115" y="1385888"/>
                  </a:lnTo>
                  <a:lnTo>
                    <a:pt x="1675447" y="1386840"/>
                  </a:lnTo>
                  <a:lnTo>
                    <a:pt x="1669732" y="1389697"/>
                  </a:lnTo>
                  <a:lnTo>
                    <a:pt x="1664018" y="1389697"/>
                  </a:lnTo>
                  <a:lnTo>
                    <a:pt x="1657350" y="1392555"/>
                  </a:lnTo>
                  <a:lnTo>
                    <a:pt x="1647825" y="1391603"/>
                  </a:lnTo>
                  <a:lnTo>
                    <a:pt x="1639253" y="1386840"/>
                  </a:lnTo>
                  <a:lnTo>
                    <a:pt x="1633538" y="1385888"/>
                  </a:lnTo>
                  <a:lnTo>
                    <a:pt x="1627822" y="1385888"/>
                  </a:lnTo>
                  <a:lnTo>
                    <a:pt x="1626870" y="1391603"/>
                  </a:lnTo>
                  <a:lnTo>
                    <a:pt x="1636395" y="1411605"/>
                  </a:lnTo>
                  <a:lnTo>
                    <a:pt x="1638300" y="1421130"/>
                  </a:lnTo>
                  <a:lnTo>
                    <a:pt x="1610678" y="1450658"/>
                  </a:lnTo>
                  <a:lnTo>
                    <a:pt x="1613535" y="1469708"/>
                  </a:lnTo>
                  <a:lnTo>
                    <a:pt x="1605915" y="1483042"/>
                  </a:lnTo>
                  <a:lnTo>
                    <a:pt x="1589722" y="1494472"/>
                  </a:lnTo>
                  <a:lnTo>
                    <a:pt x="1558290" y="1524953"/>
                  </a:lnTo>
                  <a:lnTo>
                    <a:pt x="1543050" y="1524953"/>
                  </a:lnTo>
                  <a:lnTo>
                    <a:pt x="1531620" y="1531620"/>
                  </a:lnTo>
                  <a:lnTo>
                    <a:pt x="1508760" y="1580197"/>
                  </a:lnTo>
                  <a:lnTo>
                    <a:pt x="1508760" y="1596390"/>
                  </a:lnTo>
                  <a:lnTo>
                    <a:pt x="1505903" y="1608772"/>
                  </a:lnTo>
                  <a:lnTo>
                    <a:pt x="1505903" y="1621155"/>
                  </a:lnTo>
                  <a:lnTo>
                    <a:pt x="1496378" y="1643062"/>
                  </a:lnTo>
                  <a:lnTo>
                    <a:pt x="1484947" y="1652588"/>
                  </a:lnTo>
                  <a:lnTo>
                    <a:pt x="1482090" y="1664970"/>
                  </a:lnTo>
                  <a:lnTo>
                    <a:pt x="1497330" y="1691640"/>
                  </a:lnTo>
                  <a:lnTo>
                    <a:pt x="1500188" y="1695450"/>
                  </a:lnTo>
                  <a:lnTo>
                    <a:pt x="1508760" y="1708785"/>
                  </a:lnTo>
                  <a:lnTo>
                    <a:pt x="1512570" y="1720215"/>
                  </a:lnTo>
                  <a:lnTo>
                    <a:pt x="1519238" y="1729740"/>
                  </a:lnTo>
                  <a:lnTo>
                    <a:pt x="1544003" y="1754505"/>
                  </a:lnTo>
                  <a:lnTo>
                    <a:pt x="1555432" y="1763078"/>
                  </a:lnTo>
                  <a:lnTo>
                    <a:pt x="1567815" y="1768792"/>
                  </a:lnTo>
                  <a:lnTo>
                    <a:pt x="1590675" y="1791653"/>
                  </a:lnTo>
                  <a:lnTo>
                    <a:pt x="1603057" y="1805940"/>
                  </a:lnTo>
                  <a:lnTo>
                    <a:pt x="1598295" y="1816418"/>
                  </a:lnTo>
                  <a:lnTo>
                    <a:pt x="1601153" y="1837372"/>
                  </a:lnTo>
                  <a:lnTo>
                    <a:pt x="1583055" y="1830705"/>
                  </a:lnTo>
                  <a:lnTo>
                    <a:pt x="1585912" y="1833562"/>
                  </a:lnTo>
                  <a:lnTo>
                    <a:pt x="1605915" y="1845945"/>
                  </a:lnTo>
                  <a:lnTo>
                    <a:pt x="1636395" y="1884997"/>
                  </a:lnTo>
                  <a:lnTo>
                    <a:pt x="1663065" y="1905953"/>
                  </a:lnTo>
                  <a:lnTo>
                    <a:pt x="1688782" y="1927860"/>
                  </a:lnTo>
                  <a:lnTo>
                    <a:pt x="1697355" y="1949768"/>
                  </a:lnTo>
                  <a:lnTo>
                    <a:pt x="1720215" y="1965008"/>
                  </a:lnTo>
                  <a:lnTo>
                    <a:pt x="1747838" y="1985962"/>
                  </a:lnTo>
                  <a:lnTo>
                    <a:pt x="1746885" y="1989772"/>
                  </a:lnTo>
                  <a:lnTo>
                    <a:pt x="1753553" y="1995488"/>
                  </a:lnTo>
                  <a:lnTo>
                    <a:pt x="1772603" y="2006918"/>
                  </a:lnTo>
                  <a:lnTo>
                    <a:pt x="1782128" y="2019300"/>
                  </a:lnTo>
                  <a:lnTo>
                    <a:pt x="1786890" y="2029778"/>
                  </a:lnTo>
                  <a:lnTo>
                    <a:pt x="1793557" y="2031682"/>
                  </a:lnTo>
                  <a:lnTo>
                    <a:pt x="1801178" y="2028825"/>
                  </a:lnTo>
                  <a:lnTo>
                    <a:pt x="1808797" y="2026920"/>
                  </a:lnTo>
                  <a:lnTo>
                    <a:pt x="1813560" y="2028825"/>
                  </a:lnTo>
                  <a:lnTo>
                    <a:pt x="1822132" y="2041208"/>
                  </a:lnTo>
                  <a:lnTo>
                    <a:pt x="1833562" y="2051685"/>
                  </a:lnTo>
                  <a:lnTo>
                    <a:pt x="1838325" y="2061210"/>
                  </a:lnTo>
                  <a:lnTo>
                    <a:pt x="1843088" y="2060258"/>
                  </a:lnTo>
                  <a:lnTo>
                    <a:pt x="1846897" y="2061210"/>
                  </a:lnTo>
                  <a:lnTo>
                    <a:pt x="1846897" y="2069782"/>
                  </a:lnTo>
                  <a:lnTo>
                    <a:pt x="1849755" y="2075497"/>
                  </a:lnTo>
                  <a:lnTo>
                    <a:pt x="1864995" y="2091690"/>
                  </a:lnTo>
                  <a:lnTo>
                    <a:pt x="1871662" y="2106930"/>
                  </a:lnTo>
                  <a:lnTo>
                    <a:pt x="1889760" y="2131695"/>
                  </a:lnTo>
                  <a:lnTo>
                    <a:pt x="1902143" y="2145982"/>
                  </a:lnTo>
                  <a:lnTo>
                    <a:pt x="1911668" y="2152650"/>
                  </a:lnTo>
                  <a:lnTo>
                    <a:pt x="1923097" y="2159318"/>
                  </a:lnTo>
                  <a:lnTo>
                    <a:pt x="1933575" y="2186940"/>
                  </a:lnTo>
                  <a:lnTo>
                    <a:pt x="1939290" y="2211705"/>
                  </a:lnTo>
                  <a:lnTo>
                    <a:pt x="1950720" y="2239328"/>
                  </a:lnTo>
                  <a:lnTo>
                    <a:pt x="1960245" y="2249805"/>
                  </a:lnTo>
                  <a:lnTo>
                    <a:pt x="1960245" y="2273618"/>
                  </a:lnTo>
                  <a:lnTo>
                    <a:pt x="1966912" y="2296478"/>
                  </a:lnTo>
                  <a:lnTo>
                    <a:pt x="1973580" y="2311718"/>
                  </a:lnTo>
                  <a:lnTo>
                    <a:pt x="1976438" y="2328862"/>
                  </a:lnTo>
                  <a:lnTo>
                    <a:pt x="1977390" y="2335530"/>
                  </a:lnTo>
                  <a:lnTo>
                    <a:pt x="1980247" y="2342198"/>
                  </a:lnTo>
                  <a:lnTo>
                    <a:pt x="1988820" y="2368868"/>
                  </a:lnTo>
                  <a:lnTo>
                    <a:pt x="1987868" y="2381250"/>
                  </a:lnTo>
                  <a:lnTo>
                    <a:pt x="1982153" y="2369820"/>
                  </a:lnTo>
                  <a:lnTo>
                    <a:pt x="1982153" y="2406015"/>
                  </a:lnTo>
                  <a:lnTo>
                    <a:pt x="1987868" y="2425065"/>
                  </a:lnTo>
                  <a:lnTo>
                    <a:pt x="1985010" y="2447925"/>
                  </a:lnTo>
                  <a:lnTo>
                    <a:pt x="1989772" y="2456498"/>
                  </a:lnTo>
                  <a:lnTo>
                    <a:pt x="2000250" y="2483168"/>
                  </a:lnTo>
                  <a:lnTo>
                    <a:pt x="2005012" y="2492692"/>
                  </a:lnTo>
                  <a:lnTo>
                    <a:pt x="2005012" y="2525078"/>
                  </a:lnTo>
                  <a:lnTo>
                    <a:pt x="2009775" y="2542222"/>
                  </a:lnTo>
                  <a:lnTo>
                    <a:pt x="2000250" y="2532698"/>
                  </a:lnTo>
                  <a:lnTo>
                    <a:pt x="1992630" y="2521268"/>
                  </a:lnTo>
                  <a:lnTo>
                    <a:pt x="1985010" y="2526982"/>
                  </a:lnTo>
                  <a:lnTo>
                    <a:pt x="1977390" y="2534602"/>
                  </a:lnTo>
                  <a:lnTo>
                    <a:pt x="1989772" y="2570798"/>
                  </a:lnTo>
                  <a:lnTo>
                    <a:pt x="1976438" y="2567940"/>
                  </a:lnTo>
                  <a:lnTo>
                    <a:pt x="1977390" y="2614612"/>
                  </a:lnTo>
                  <a:lnTo>
                    <a:pt x="1983105" y="2626042"/>
                  </a:lnTo>
                  <a:lnTo>
                    <a:pt x="1983105" y="2631758"/>
                  </a:lnTo>
                  <a:lnTo>
                    <a:pt x="1982153" y="2636520"/>
                  </a:lnTo>
                  <a:lnTo>
                    <a:pt x="1977390" y="2629852"/>
                  </a:lnTo>
                  <a:lnTo>
                    <a:pt x="1977390" y="2623185"/>
                  </a:lnTo>
                  <a:lnTo>
                    <a:pt x="1975485" y="2624138"/>
                  </a:lnTo>
                  <a:lnTo>
                    <a:pt x="1975485" y="2628900"/>
                  </a:lnTo>
                  <a:lnTo>
                    <a:pt x="1970722" y="2636520"/>
                  </a:lnTo>
                  <a:lnTo>
                    <a:pt x="1969770" y="2646045"/>
                  </a:lnTo>
                  <a:lnTo>
                    <a:pt x="1973580" y="2656522"/>
                  </a:lnTo>
                  <a:lnTo>
                    <a:pt x="1975485" y="2661285"/>
                  </a:lnTo>
                  <a:lnTo>
                    <a:pt x="1970722" y="2670810"/>
                  </a:lnTo>
                  <a:lnTo>
                    <a:pt x="1965007" y="2679382"/>
                  </a:lnTo>
                  <a:lnTo>
                    <a:pt x="1952625" y="2681288"/>
                  </a:lnTo>
                  <a:lnTo>
                    <a:pt x="1950720" y="2697480"/>
                  </a:lnTo>
                  <a:lnTo>
                    <a:pt x="1945957" y="2715578"/>
                  </a:lnTo>
                  <a:lnTo>
                    <a:pt x="1923097" y="2718435"/>
                  </a:lnTo>
                  <a:lnTo>
                    <a:pt x="1905953" y="2734628"/>
                  </a:lnTo>
                  <a:lnTo>
                    <a:pt x="1885950" y="2740342"/>
                  </a:lnTo>
                  <a:lnTo>
                    <a:pt x="1867853" y="2756535"/>
                  </a:lnTo>
                  <a:lnTo>
                    <a:pt x="1846897" y="2771775"/>
                  </a:lnTo>
                  <a:lnTo>
                    <a:pt x="1834515" y="2772728"/>
                  </a:lnTo>
                  <a:lnTo>
                    <a:pt x="1824038" y="2775585"/>
                  </a:lnTo>
                  <a:lnTo>
                    <a:pt x="1809750" y="2800350"/>
                  </a:lnTo>
                  <a:lnTo>
                    <a:pt x="1787843" y="2803208"/>
                  </a:lnTo>
                  <a:lnTo>
                    <a:pt x="1749743" y="2822258"/>
                  </a:lnTo>
                  <a:lnTo>
                    <a:pt x="1737360" y="2832735"/>
                  </a:lnTo>
                  <a:lnTo>
                    <a:pt x="1724978" y="2836545"/>
                  </a:lnTo>
                  <a:lnTo>
                    <a:pt x="1707832" y="2845118"/>
                  </a:lnTo>
                  <a:lnTo>
                    <a:pt x="1704975" y="2842260"/>
                  </a:lnTo>
                  <a:lnTo>
                    <a:pt x="1698307" y="2834640"/>
                  </a:lnTo>
                  <a:lnTo>
                    <a:pt x="1684972" y="2830830"/>
                  </a:lnTo>
                  <a:lnTo>
                    <a:pt x="1676400" y="2822258"/>
                  </a:lnTo>
                  <a:lnTo>
                    <a:pt x="1675447" y="2812732"/>
                  </a:lnTo>
                  <a:lnTo>
                    <a:pt x="1673543" y="2808922"/>
                  </a:lnTo>
                  <a:lnTo>
                    <a:pt x="1669732" y="2814638"/>
                  </a:lnTo>
                  <a:lnTo>
                    <a:pt x="1667828" y="2839402"/>
                  </a:lnTo>
                  <a:lnTo>
                    <a:pt x="1664970" y="2845118"/>
                  </a:lnTo>
                  <a:lnTo>
                    <a:pt x="1658303" y="2847022"/>
                  </a:lnTo>
                  <a:lnTo>
                    <a:pt x="1645920" y="2840355"/>
                  </a:lnTo>
                  <a:lnTo>
                    <a:pt x="1635443" y="2825115"/>
                  </a:lnTo>
                  <a:lnTo>
                    <a:pt x="1618297" y="2834640"/>
                  </a:lnTo>
                  <a:lnTo>
                    <a:pt x="1623060" y="2836545"/>
                  </a:lnTo>
                  <a:lnTo>
                    <a:pt x="1630680" y="2836545"/>
                  </a:lnTo>
                  <a:lnTo>
                    <a:pt x="1636395" y="2839402"/>
                  </a:lnTo>
                  <a:lnTo>
                    <a:pt x="1642110" y="2847022"/>
                  </a:lnTo>
                  <a:lnTo>
                    <a:pt x="1642110" y="2852738"/>
                  </a:lnTo>
                  <a:lnTo>
                    <a:pt x="1639253" y="2858452"/>
                  </a:lnTo>
                  <a:lnTo>
                    <a:pt x="1623060" y="2859405"/>
                  </a:lnTo>
                  <a:lnTo>
                    <a:pt x="1602105" y="2858452"/>
                  </a:lnTo>
                  <a:lnTo>
                    <a:pt x="1599247" y="2858452"/>
                  </a:lnTo>
                  <a:lnTo>
                    <a:pt x="1617345" y="2867978"/>
                  </a:lnTo>
                  <a:lnTo>
                    <a:pt x="1635443" y="2873692"/>
                  </a:lnTo>
                  <a:lnTo>
                    <a:pt x="1643062" y="2879408"/>
                  </a:lnTo>
                  <a:lnTo>
                    <a:pt x="1643062" y="2883218"/>
                  </a:lnTo>
                  <a:lnTo>
                    <a:pt x="1632585" y="2891790"/>
                  </a:lnTo>
                  <a:lnTo>
                    <a:pt x="1625918" y="2901315"/>
                  </a:lnTo>
                  <a:lnTo>
                    <a:pt x="1625918" y="2907030"/>
                  </a:lnTo>
                  <a:lnTo>
                    <a:pt x="1625918" y="2913698"/>
                  </a:lnTo>
                  <a:lnTo>
                    <a:pt x="1617345" y="2919412"/>
                  </a:lnTo>
                  <a:lnTo>
                    <a:pt x="1611630" y="2917508"/>
                  </a:lnTo>
                  <a:lnTo>
                    <a:pt x="1596390" y="2907982"/>
                  </a:lnTo>
                  <a:lnTo>
                    <a:pt x="1553528" y="2869882"/>
                  </a:lnTo>
                  <a:lnTo>
                    <a:pt x="1559243" y="2880360"/>
                  </a:lnTo>
                  <a:lnTo>
                    <a:pt x="1604962" y="2924175"/>
                  </a:lnTo>
                  <a:lnTo>
                    <a:pt x="1611630" y="2938462"/>
                  </a:lnTo>
                  <a:lnTo>
                    <a:pt x="1613535" y="2948940"/>
                  </a:lnTo>
                  <a:lnTo>
                    <a:pt x="1608772" y="2954655"/>
                  </a:lnTo>
                  <a:lnTo>
                    <a:pt x="1601153" y="2960370"/>
                  </a:lnTo>
                  <a:lnTo>
                    <a:pt x="1586865" y="2960370"/>
                  </a:lnTo>
                  <a:lnTo>
                    <a:pt x="1562100" y="2944178"/>
                  </a:lnTo>
                  <a:lnTo>
                    <a:pt x="1524953" y="2905125"/>
                  </a:lnTo>
                  <a:lnTo>
                    <a:pt x="1511618" y="2899410"/>
                  </a:lnTo>
                  <a:lnTo>
                    <a:pt x="1549718" y="2945130"/>
                  </a:lnTo>
                  <a:lnTo>
                    <a:pt x="1556385" y="2956560"/>
                  </a:lnTo>
                  <a:lnTo>
                    <a:pt x="1563053" y="2968942"/>
                  </a:lnTo>
                  <a:lnTo>
                    <a:pt x="1561147" y="2975610"/>
                  </a:lnTo>
                  <a:lnTo>
                    <a:pt x="1558290" y="2982278"/>
                  </a:lnTo>
                  <a:lnTo>
                    <a:pt x="1465897" y="3025140"/>
                  </a:lnTo>
                  <a:lnTo>
                    <a:pt x="1451610" y="3043238"/>
                  </a:lnTo>
                  <a:lnTo>
                    <a:pt x="1441132" y="3065145"/>
                  </a:lnTo>
                  <a:lnTo>
                    <a:pt x="1423035" y="3077528"/>
                  </a:lnTo>
                  <a:lnTo>
                    <a:pt x="1413510" y="3088005"/>
                  </a:lnTo>
                  <a:lnTo>
                    <a:pt x="1382078" y="3095625"/>
                  </a:lnTo>
                  <a:lnTo>
                    <a:pt x="1364932" y="3092768"/>
                  </a:lnTo>
                  <a:lnTo>
                    <a:pt x="1383030" y="3071812"/>
                  </a:lnTo>
                  <a:lnTo>
                    <a:pt x="1372553" y="3065145"/>
                  </a:lnTo>
                  <a:lnTo>
                    <a:pt x="1370647" y="3010852"/>
                  </a:lnTo>
                  <a:lnTo>
                    <a:pt x="1376362" y="2953702"/>
                  </a:lnTo>
                  <a:lnTo>
                    <a:pt x="1383030" y="2924175"/>
                  </a:lnTo>
                  <a:lnTo>
                    <a:pt x="1395412" y="2917508"/>
                  </a:lnTo>
                  <a:lnTo>
                    <a:pt x="1409700" y="2913698"/>
                  </a:lnTo>
                  <a:lnTo>
                    <a:pt x="1409700" y="2907982"/>
                  </a:lnTo>
                  <a:lnTo>
                    <a:pt x="1407795" y="2899410"/>
                  </a:lnTo>
                  <a:lnTo>
                    <a:pt x="1401128" y="2889885"/>
                  </a:lnTo>
                  <a:lnTo>
                    <a:pt x="1391603" y="2886075"/>
                  </a:lnTo>
                  <a:lnTo>
                    <a:pt x="1379220" y="2884170"/>
                  </a:lnTo>
                  <a:lnTo>
                    <a:pt x="1369695" y="2871788"/>
                  </a:lnTo>
                  <a:lnTo>
                    <a:pt x="1363028" y="2871788"/>
                  </a:lnTo>
                  <a:lnTo>
                    <a:pt x="1350645" y="2876550"/>
                  </a:lnTo>
                  <a:lnTo>
                    <a:pt x="1343025" y="2870835"/>
                  </a:lnTo>
                  <a:lnTo>
                    <a:pt x="1340168" y="2862262"/>
                  </a:lnTo>
                  <a:lnTo>
                    <a:pt x="1329690" y="2852738"/>
                  </a:lnTo>
                  <a:lnTo>
                    <a:pt x="1318260" y="2843212"/>
                  </a:lnTo>
                  <a:lnTo>
                    <a:pt x="1295400" y="2825115"/>
                  </a:lnTo>
                  <a:lnTo>
                    <a:pt x="1250632" y="2818448"/>
                  </a:lnTo>
                  <a:lnTo>
                    <a:pt x="1245870" y="2811780"/>
                  </a:lnTo>
                  <a:lnTo>
                    <a:pt x="1241107" y="2809875"/>
                  </a:lnTo>
                  <a:lnTo>
                    <a:pt x="1237297" y="2820352"/>
                  </a:lnTo>
                  <a:lnTo>
                    <a:pt x="1212532" y="2829878"/>
                  </a:lnTo>
                  <a:lnTo>
                    <a:pt x="1203007" y="2824162"/>
                  </a:lnTo>
                  <a:lnTo>
                    <a:pt x="1194435" y="2817495"/>
                  </a:lnTo>
                  <a:lnTo>
                    <a:pt x="1196340" y="2807970"/>
                  </a:lnTo>
                  <a:lnTo>
                    <a:pt x="1203007" y="2800350"/>
                  </a:lnTo>
                  <a:lnTo>
                    <a:pt x="1215390" y="2795588"/>
                  </a:lnTo>
                  <a:lnTo>
                    <a:pt x="1221105" y="2777490"/>
                  </a:lnTo>
                  <a:lnTo>
                    <a:pt x="1211580" y="2753678"/>
                  </a:lnTo>
                  <a:lnTo>
                    <a:pt x="1203960" y="2747010"/>
                  </a:lnTo>
                  <a:lnTo>
                    <a:pt x="1194435" y="2741295"/>
                  </a:lnTo>
                  <a:lnTo>
                    <a:pt x="1186815" y="2750820"/>
                  </a:lnTo>
                  <a:lnTo>
                    <a:pt x="1178243" y="2765108"/>
                  </a:lnTo>
                  <a:lnTo>
                    <a:pt x="1171575" y="2772728"/>
                  </a:lnTo>
                  <a:lnTo>
                    <a:pt x="1159193" y="2774632"/>
                  </a:lnTo>
                  <a:lnTo>
                    <a:pt x="1142047" y="2774632"/>
                  </a:lnTo>
                  <a:lnTo>
                    <a:pt x="1137285" y="2752725"/>
                  </a:lnTo>
                  <a:lnTo>
                    <a:pt x="1134428" y="2733675"/>
                  </a:lnTo>
                  <a:lnTo>
                    <a:pt x="1137285" y="2710815"/>
                  </a:lnTo>
                  <a:lnTo>
                    <a:pt x="1138238" y="2698432"/>
                  </a:lnTo>
                  <a:lnTo>
                    <a:pt x="1122997" y="2681288"/>
                  </a:lnTo>
                  <a:lnTo>
                    <a:pt x="1122045" y="2664142"/>
                  </a:lnTo>
                  <a:lnTo>
                    <a:pt x="1114425" y="2656522"/>
                  </a:lnTo>
                  <a:lnTo>
                    <a:pt x="1112520" y="2660332"/>
                  </a:lnTo>
                  <a:lnTo>
                    <a:pt x="1112520" y="2664142"/>
                  </a:lnTo>
                  <a:lnTo>
                    <a:pt x="1109662" y="2666048"/>
                  </a:lnTo>
                  <a:lnTo>
                    <a:pt x="1104900" y="2656522"/>
                  </a:lnTo>
                  <a:lnTo>
                    <a:pt x="1092518" y="2639378"/>
                  </a:lnTo>
                  <a:lnTo>
                    <a:pt x="1088707" y="2623185"/>
                  </a:lnTo>
                  <a:lnTo>
                    <a:pt x="1073468" y="2604135"/>
                  </a:lnTo>
                  <a:lnTo>
                    <a:pt x="1066800" y="2596515"/>
                  </a:lnTo>
                  <a:lnTo>
                    <a:pt x="1062990" y="2602230"/>
                  </a:lnTo>
                  <a:lnTo>
                    <a:pt x="1058228" y="2608898"/>
                  </a:lnTo>
                  <a:lnTo>
                    <a:pt x="1042988" y="2599372"/>
                  </a:lnTo>
                  <a:lnTo>
                    <a:pt x="1030605" y="2589848"/>
                  </a:lnTo>
                  <a:lnTo>
                    <a:pt x="1020128" y="2570798"/>
                  </a:lnTo>
                  <a:lnTo>
                    <a:pt x="1018222" y="2574608"/>
                  </a:lnTo>
                  <a:lnTo>
                    <a:pt x="1015365" y="2579370"/>
                  </a:lnTo>
                  <a:lnTo>
                    <a:pt x="1002030" y="2564130"/>
                  </a:lnTo>
                  <a:lnTo>
                    <a:pt x="987743" y="2551748"/>
                  </a:lnTo>
                  <a:lnTo>
                    <a:pt x="975360" y="2546985"/>
                  </a:lnTo>
                  <a:lnTo>
                    <a:pt x="968693" y="2543175"/>
                  </a:lnTo>
                  <a:lnTo>
                    <a:pt x="962025" y="2536508"/>
                  </a:lnTo>
                  <a:lnTo>
                    <a:pt x="945832" y="2529840"/>
                  </a:lnTo>
                  <a:lnTo>
                    <a:pt x="906780" y="2539365"/>
                  </a:lnTo>
                  <a:lnTo>
                    <a:pt x="859155" y="2532698"/>
                  </a:lnTo>
                  <a:lnTo>
                    <a:pt x="839153" y="2539365"/>
                  </a:lnTo>
                  <a:lnTo>
                    <a:pt x="832485" y="2534602"/>
                  </a:lnTo>
                  <a:lnTo>
                    <a:pt x="826770" y="2525078"/>
                  </a:lnTo>
                  <a:lnTo>
                    <a:pt x="832485" y="2511742"/>
                  </a:lnTo>
                  <a:lnTo>
                    <a:pt x="832485" y="2483168"/>
                  </a:lnTo>
                  <a:lnTo>
                    <a:pt x="839153" y="2460308"/>
                  </a:lnTo>
                  <a:lnTo>
                    <a:pt x="837247" y="2446020"/>
                  </a:lnTo>
                  <a:lnTo>
                    <a:pt x="839153" y="2437448"/>
                  </a:lnTo>
                  <a:lnTo>
                    <a:pt x="841057" y="2427922"/>
                  </a:lnTo>
                  <a:lnTo>
                    <a:pt x="834390" y="2423160"/>
                  </a:lnTo>
                  <a:lnTo>
                    <a:pt x="800100" y="2415540"/>
                  </a:lnTo>
                  <a:lnTo>
                    <a:pt x="791528" y="2408872"/>
                  </a:lnTo>
                  <a:lnTo>
                    <a:pt x="782955" y="2416492"/>
                  </a:lnTo>
                  <a:lnTo>
                    <a:pt x="740093" y="2421255"/>
                  </a:lnTo>
                  <a:lnTo>
                    <a:pt x="725805" y="2426018"/>
                  </a:lnTo>
                  <a:lnTo>
                    <a:pt x="711518" y="2438400"/>
                  </a:lnTo>
                  <a:lnTo>
                    <a:pt x="707707" y="2453640"/>
                  </a:lnTo>
                  <a:lnTo>
                    <a:pt x="715328" y="2463165"/>
                  </a:lnTo>
                  <a:lnTo>
                    <a:pt x="721043" y="2481262"/>
                  </a:lnTo>
                  <a:lnTo>
                    <a:pt x="705803" y="2518410"/>
                  </a:lnTo>
                  <a:lnTo>
                    <a:pt x="702945" y="2529840"/>
                  </a:lnTo>
                  <a:lnTo>
                    <a:pt x="710565" y="2576512"/>
                  </a:lnTo>
                  <a:lnTo>
                    <a:pt x="707707" y="2601278"/>
                  </a:lnTo>
                  <a:lnTo>
                    <a:pt x="699135" y="2617470"/>
                  </a:lnTo>
                  <a:lnTo>
                    <a:pt x="686753" y="2632710"/>
                  </a:lnTo>
                  <a:lnTo>
                    <a:pt x="681038" y="2658428"/>
                  </a:lnTo>
                  <a:lnTo>
                    <a:pt x="671512" y="2670810"/>
                  </a:lnTo>
                  <a:lnTo>
                    <a:pt x="658178" y="2698432"/>
                  </a:lnTo>
                  <a:lnTo>
                    <a:pt x="648653" y="2731770"/>
                  </a:lnTo>
                  <a:lnTo>
                    <a:pt x="641032" y="2747962"/>
                  </a:lnTo>
                  <a:lnTo>
                    <a:pt x="638175" y="2777490"/>
                  </a:lnTo>
                  <a:lnTo>
                    <a:pt x="609600" y="2821305"/>
                  </a:lnTo>
                  <a:lnTo>
                    <a:pt x="603885" y="2846070"/>
                  </a:lnTo>
                  <a:lnTo>
                    <a:pt x="593407" y="2855595"/>
                  </a:lnTo>
                  <a:lnTo>
                    <a:pt x="597218" y="2862262"/>
                  </a:lnTo>
                  <a:lnTo>
                    <a:pt x="597218" y="2874645"/>
                  </a:lnTo>
                  <a:lnTo>
                    <a:pt x="594360" y="2908935"/>
                  </a:lnTo>
                  <a:lnTo>
                    <a:pt x="593407" y="2936558"/>
                  </a:lnTo>
                  <a:lnTo>
                    <a:pt x="597218" y="2950845"/>
                  </a:lnTo>
                  <a:lnTo>
                    <a:pt x="611505" y="2981325"/>
                  </a:lnTo>
                  <a:lnTo>
                    <a:pt x="608647" y="2988945"/>
                  </a:lnTo>
                  <a:lnTo>
                    <a:pt x="605790" y="3000375"/>
                  </a:lnTo>
                  <a:lnTo>
                    <a:pt x="616268" y="3006090"/>
                  </a:lnTo>
                  <a:lnTo>
                    <a:pt x="625793" y="3008948"/>
                  </a:lnTo>
                  <a:lnTo>
                    <a:pt x="670560" y="2994660"/>
                  </a:lnTo>
                  <a:lnTo>
                    <a:pt x="685800" y="2997518"/>
                  </a:lnTo>
                  <a:lnTo>
                    <a:pt x="692468" y="3010852"/>
                  </a:lnTo>
                  <a:lnTo>
                    <a:pt x="696278" y="3022282"/>
                  </a:lnTo>
                  <a:lnTo>
                    <a:pt x="702945" y="3083242"/>
                  </a:lnTo>
                  <a:lnTo>
                    <a:pt x="707707" y="3093720"/>
                  </a:lnTo>
                  <a:lnTo>
                    <a:pt x="717232" y="3105150"/>
                  </a:lnTo>
                  <a:lnTo>
                    <a:pt x="726757" y="3115628"/>
                  </a:lnTo>
                  <a:lnTo>
                    <a:pt x="729615" y="3114675"/>
                  </a:lnTo>
                  <a:lnTo>
                    <a:pt x="730568" y="3109912"/>
                  </a:lnTo>
                  <a:lnTo>
                    <a:pt x="730568" y="3105150"/>
                  </a:lnTo>
                  <a:lnTo>
                    <a:pt x="740093" y="3115628"/>
                  </a:lnTo>
                  <a:lnTo>
                    <a:pt x="747712" y="3137535"/>
                  </a:lnTo>
                  <a:lnTo>
                    <a:pt x="770572" y="3251835"/>
                  </a:lnTo>
                  <a:lnTo>
                    <a:pt x="777240" y="3266122"/>
                  </a:lnTo>
                  <a:lnTo>
                    <a:pt x="782955" y="3281362"/>
                  </a:lnTo>
                  <a:lnTo>
                    <a:pt x="769620" y="3273742"/>
                  </a:lnTo>
                  <a:lnTo>
                    <a:pt x="764857" y="3248978"/>
                  </a:lnTo>
                  <a:lnTo>
                    <a:pt x="761047" y="3238500"/>
                  </a:lnTo>
                  <a:lnTo>
                    <a:pt x="755332" y="3236595"/>
                  </a:lnTo>
                  <a:lnTo>
                    <a:pt x="747712" y="3236595"/>
                  </a:lnTo>
                  <a:lnTo>
                    <a:pt x="747712" y="3232785"/>
                  </a:lnTo>
                  <a:lnTo>
                    <a:pt x="752475" y="3224212"/>
                  </a:lnTo>
                  <a:lnTo>
                    <a:pt x="752475" y="3213735"/>
                  </a:lnTo>
                  <a:lnTo>
                    <a:pt x="744855" y="3207068"/>
                  </a:lnTo>
                  <a:lnTo>
                    <a:pt x="730568" y="3211830"/>
                  </a:lnTo>
                  <a:lnTo>
                    <a:pt x="730568" y="3229928"/>
                  </a:lnTo>
                  <a:lnTo>
                    <a:pt x="738188" y="3244215"/>
                  </a:lnTo>
                  <a:lnTo>
                    <a:pt x="760095" y="3273742"/>
                  </a:lnTo>
                  <a:lnTo>
                    <a:pt x="766762" y="3286125"/>
                  </a:lnTo>
                  <a:lnTo>
                    <a:pt x="776288" y="3290888"/>
                  </a:lnTo>
                  <a:lnTo>
                    <a:pt x="789622" y="3288030"/>
                  </a:lnTo>
                  <a:lnTo>
                    <a:pt x="804862" y="3301365"/>
                  </a:lnTo>
                  <a:lnTo>
                    <a:pt x="817245" y="3313748"/>
                  </a:lnTo>
                  <a:lnTo>
                    <a:pt x="849630" y="3331845"/>
                  </a:lnTo>
                  <a:lnTo>
                    <a:pt x="868680" y="3328988"/>
                  </a:lnTo>
                  <a:lnTo>
                    <a:pt x="887730" y="3325178"/>
                  </a:lnTo>
                  <a:lnTo>
                    <a:pt x="901065" y="3326130"/>
                  </a:lnTo>
                  <a:lnTo>
                    <a:pt x="915353" y="3331845"/>
                  </a:lnTo>
                  <a:lnTo>
                    <a:pt x="930593" y="3347085"/>
                  </a:lnTo>
                  <a:lnTo>
                    <a:pt x="956310" y="3385185"/>
                  </a:lnTo>
                  <a:lnTo>
                    <a:pt x="998220" y="3417570"/>
                  </a:lnTo>
                  <a:lnTo>
                    <a:pt x="1022985" y="3422332"/>
                  </a:lnTo>
                  <a:lnTo>
                    <a:pt x="1030605" y="3427095"/>
                  </a:lnTo>
                  <a:lnTo>
                    <a:pt x="1057275" y="3469958"/>
                  </a:lnTo>
                  <a:lnTo>
                    <a:pt x="1092518" y="3499485"/>
                  </a:lnTo>
                  <a:lnTo>
                    <a:pt x="1107757" y="3510915"/>
                  </a:lnTo>
                  <a:lnTo>
                    <a:pt x="1119188" y="3516630"/>
                  </a:lnTo>
                  <a:lnTo>
                    <a:pt x="1135380" y="3531870"/>
                  </a:lnTo>
                  <a:lnTo>
                    <a:pt x="1149668" y="3551872"/>
                  </a:lnTo>
                  <a:lnTo>
                    <a:pt x="1179195" y="3609022"/>
                  </a:lnTo>
                  <a:lnTo>
                    <a:pt x="1183957" y="3633788"/>
                  </a:lnTo>
                  <a:lnTo>
                    <a:pt x="1186815" y="3671888"/>
                  </a:lnTo>
                  <a:lnTo>
                    <a:pt x="1179195" y="3728085"/>
                  </a:lnTo>
                  <a:lnTo>
                    <a:pt x="1171575" y="3757612"/>
                  </a:lnTo>
                  <a:lnTo>
                    <a:pt x="1172528" y="3770948"/>
                  </a:lnTo>
                  <a:lnTo>
                    <a:pt x="1183957" y="3791902"/>
                  </a:lnTo>
                  <a:lnTo>
                    <a:pt x="1181100" y="3810952"/>
                  </a:lnTo>
                  <a:lnTo>
                    <a:pt x="1183957" y="3827145"/>
                  </a:lnTo>
                  <a:lnTo>
                    <a:pt x="1182053" y="3872865"/>
                  </a:lnTo>
                  <a:lnTo>
                    <a:pt x="1187768" y="3885248"/>
                  </a:lnTo>
                  <a:lnTo>
                    <a:pt x="1196340" y="3894772"/>
                  </a:lnTo>
                  <a:lnTo>
                    <a:pt x="1233488" y="3921443"/>
                  </a:lnTo>
                  <a:lnTo>
                    <a:pt x="1236345" y="3930968"/>
                  </a:lnTo>
                  <a:lnTo>
                    <a:pt x="1255395" y="3965257"/>
                  </a:lnTo>
                  <a:lnTo>
                    <a:pt x="1289685" y="4039552"/>
                  </a:lnTo>
                  <a:lnTo>
                    <a:pt x="1299210" y="4071938"/>
                  </a:lnTo>
                  <a:lnTo>
                    <a:pt x="1298257" y="4080510"/>
                  </a:lnTo>
                  <a:lnTo>
                    <a:pt x="1293495" y="4084320"/>
                  </a:lnTo>
                  <a:lnTo>
                    <a:pt x="1283970" y="4087178"/>
                  </a:lnTo>
                  <a:lnTo>
                    <a:pt x="1274445" y="4082415"/>
                  </a:lnTo>
                  <a:lnTo>
                    <a:pt x="1271588" y="4076700"/>
                  </a:lnTo>
                  <a:lnTo>
                    <a:pt x="1273493" y="4070985"/>
                  </a:lnTo>
                  <a:lnTo>
                    <a:pt x="1270635" y="4065270"/>
                  </a:lnTo>
                  <a:lnTo>
                    <a:pt x="1262062" y="4058602"/>
                  </a:lnTo>
                  <a:lnTo>
                    <a:pt x="1256347" y="4052888"/>
                  </a:lnTo>
                  <a:lnTo>
                    <a:pt x="1258253" y="4062412"/>
                  </a:lnTo>
                  <a:lnTo>
                    <a:pt x="1258253" y="4074795"/>
                  </a:lnTo>
                  <a:lnTo>
                    <a:pt x="1248728" y="4076700"/>
                  </a:lnTo>
                  <a:lnTo>
                    <a:pt x="1234440" y="4071938"/>
                  </a:lnTo>
                  <a:lnTo>
                    <a:pt x="1216343" y="4076700"/>
                  </a:lnTo>
                  <a:lnTo>
                    <a:pt x="1197293" y="4092893"/>
                  </a:lnTo>
                  <a:lnTo>
                    <a:pt x="1187768" y="4092893"/>
                  </a:lnTo>
                  <a:lnTo>
                    <a:pt x="1181100" y="4079557"/>
                  </a:lnTo>
                  <a:lnTo>
                    <a:pt x="1176338" y="4070032"/>
                  </a:lnTo>
                  <a:lnTo>
                    <a:pt x="1171575" y="4062412"/>
                  </a:lnTo>
                  <a:lnTo>
                    <a:pt x="1107757" y="4030028"/>
                  </a:lnTo>
                  <a:lnTo>
                    <a:pt x="1084897" y="4020502"/>
                  </a:lnTo>
                  <a:lnTo>
                    <a:pt x="1060132" y="3995738"/>
                  </a:lnTo>
                  <a:lnTo>
                    <a:pt x="1004888" y="3966210"/>
                  </a:lnTo>
                  <a:lnTo>
                    <a:pt x="968693" y="3938588"/>
                  </a:lnTo>
                  <a:lnTo>
                    <a:pt x="953453" y="3922395"/>
                  </a:lnTo>
                  <a:lnTo>
                    <a:pt x="918210" y="3907155"/>
                  </a:lnTo>
                  <a:lnTo>
                    <a:pt x="902970" y="3889057"/>
                  </a:lnTo>
                  <a:lnTo>
                    <a:pt x="894397" y="3885248"/>
                  </a:lnTo>
                  <a:lnTo>
                    <a:pt x="887730" y="3878580"/>
                  </a:lnTo>
                  <a:lnTo>
                    <a:pt x="894397" y="3861435"/>
                  </a:lnTo>
                  <a:lnTo>
                    <a:pt x="891540" y="3844290"/>
                  </a:lnTo>
                  <a:lnTo>
                    <a:pt x="887730" y="3829050"/>
                  </a:lnTo>
                  <a:lnTo>
                    <a:pt x="862965" y="3798570"/>
                  </a:lnTo>
                  <a:lnTo>
                    <a:pt x="850582" y="3776662"/>
                  </a:lnTo>
                  <a:lnTo>
                    <a:pt x="825818" y="3755707"/>
                  </a:lnTo>
                  <a:lnTo>
                    <a:pt x="816293" y="3745230"/>
                  </a:lnTo>
                  <a:lnTo>
                    <a:pt x="807720" y="3729990"/>
                  </a:lnTo>
                  <a:lnTo>
                    <a:pt x="813435" y="3725228"/>
                  </a:lnTo>
                  <a:lnTo>
                    <a:pt x="819150" y="3722370"/>
                  </a:lnTo>
                  <a:lnTo>
                    <a:pt x="813435" y="3711893"/>
                  </a:lnTo>
                  <a:lnTo>
                    <a:pt x="800100" y="3693795"/>
                  </a:lnTo>
                  <a:lnTo>
                    <a:pt x="794385" y="3674745"/>
                  </a:lnTo>
                  <a:lnTo>
                    <a:pt x="794385" y="3635692"/>
                  </a:lnTo>
                  <a:lnTo>
                    <a:pt x="775335" y="3582352"/>
                  </a:lnTo>
                  <a:lnTo>
                    <a:pt x="757238" y="3507105"/>
                  </a:lnTo>
                  <a:lnTo>
                    <a:pt x="760095" y="3480435"/>
                  </a:lnTo>
                  <a:lnTo>
                    <a:pt x="755332" y="3452812"/>
                  </a:lnTo>
                  <a:lnTo>
                    <a:pt x="744855" y="3425190"/>
                  </a:lnTo>
                  <a:lnTo>
                    <a:pt x="730568" y="3406140"/>
                  </a:lnTo>
                  <a:lnTo>
                    <a:pt x="725805" y="3389948"/>
                  </a:lnTo>
                  <a:lnTo>
                    <a:pt x="690562" y="3347085"/>
                  </a:lnTo>
                  <a:lnTo>
                    <a:pt x="667703" y="3328988"/>
                  </a:lnTo>
                  <a:lnTo>
                    <a:pt x="670560" y="3297555"/>
                  </a:lnTo>
                  <a:lnTo>
                    <a:pt x="662940" y="3291840"/>
                  </a:lnTo>
                  <a:lnTo>
                    <a:pt x="653415" y="3291840"/>
                  </a:lnTo>
                  <a:lnTo>
                    <a:pt x="646747" y="3282315"/>
                  </a:lnTo>
                  <a:lnTo>
                    <a:pt x="653415" y="3263265"/>
                  </a:lnTo>
                  <a:lnTo>
                    <a:pt x="643890" y="3267075"/>
                  </a:lnTo>
                  <a:lnTo>
                    <a:pt x="630555" y="3266122"/>
                  </a:lnTo>
                  <a:lnTo>
                    <a:pt x="621030" y="3261360"/>
                  </a:lnTo>
                  <a:lnTo>
                    <a:pt x="612457" y="3235642"/>
                  </a:lnTo>
                  <a:lnTo>
                    <a:pt x="606743" y="3227070"/>
                  </a:lnTo>
                  <a:lnTo>
                    <a:pt x="596265" y="3213735"/>
                  </a:lnTo>
                  <a:lnTo>
                    <a:pt x="581978" y="3213735"/>
                  </a:lnTo>
                  <a:lnTo>
                    <a:pt x="576262" y="3207068"/>
                  </a:lnTo>
                  <a:lnTo>
                    <a:pt x="578168" y="3189922"/>
                  </a:lnTo>
                  <a:lnTo>
                    <a:pt x="566738" y="3180398"/>
                  </a:lnTo>
                  <a:lnTo>
                    <a:pt x="553403" y="3171825"/>
                  </a:lnTo>
                  <a:lnTo>
                    <a:pt x="541972" y="3167062"/>
                  </a:lnTo>
                  <a:lnTo>
                    <a:pt x="529590" y="3139440"/>
                  </a:lnTo>
                  <a:lnTo>
                    <a:pt x="521970" y="3132772"/>
                  </a:lnTo>
                  <a:lnTo>
                    <a:pt x="513397" y="3128010"/>
                  </a:lnTo>
                  <a:lnTo>
                    <a:pt x="501968" y="3130868"/>
                  </a:lnTo>
                  <a:lnTo>
                    <a:pt x="498157" y="3140392"/>
                  </a:lnTo>
                  <a:lnTo>
                    <a:pt x="491490" y="3149918"/>
                  </a:lnTo>
                  <a:lnTo>
                    <a:pt x="482918" y="3148965"/>
                  </a:lnTo>
                  <a:lnTo>
                    <a:pt x="475297" y="3143250"/>
                  </a:lnTo>
                  <a:lnTo>
                    <a:pt x="466725" y="3117532"/>
                  </a:lnTo>
                  <a:lnTo>
                    <a:pt x="464820" y="3100388"/>
                  </a:lnTo>
                  <a:lnTo>
                    <a:pt x="466725" y="3068955"/>
                  </a:lnTo>
                  <a:lnTo>
                    <a:pt x="479107" y="3041332"/>
                  </a:lnTo>
                  <a:lnTo>
                    <a:pt x="484822" y="2997518"/>
                  </a:lnTo>
                  <a:lnTo>
                    <a:pt x="494347" y="2969895"/>
                  </a:lnTo>
                  <a:lnTo>
                    <a:pt x="501015" y="2960370"/>
                  </a:lnTo>
                  <a:lnTo>
                    <a:pt x="510540" y="2921318"/>
                  </a:lnTo>
                  <a:lnTo>
                    <a:pt x="529590" y="2873692"/>
                  </a:lnTo>
                  <a:lnTo>
                    <a:pt x="524828" y="2874645"/>
                  </a:lnTo>
                  <a:lnTo>
                    <a:pt x="510540" y="2895600"/>
                  </a:lnTo>
                  <a:lnTo>
                    <a:pt x="504825" y="2884170"/>
                  </a:lnTo>
                  <a:lnTo>
                    <a:pt x="501968" y="2874645"/>
                  </a:lnTo>
                  <a:lnTo>
                    <a:pt x="504825" y="2851785"/>
                  </a:lnTo>
                  <a:lnTo>
                    <a:pt x="498157" y="2806065"/>
                  </a:lnTo>
                  <a:lnTo>
                    <a:pt x="501968" y="2800350"/>
                  </a:lnTo>
                  <a:lnTo>
                    <a:pt x="506730" y="2797492"/>
                  </a:lnTo>
                  <a:lnTo>
                    <a:pt x="516255" y="2781300"/>
                  </a:lnTo>
                  <a:lnTo>
                    <a:pt x="526732" y="2763202"/>
                  </a:lnTo>
                  <a:lnTo>
                    <a:pt x="526732" y="2744152"/>
                  </a:lnTo>
                  <a:lnTo>
                    <a:pt x="535305" y="2728912"/>
                  </a:lnTo>
                  <a:lnTo>
                    <a:pt x="534353" y="2716530"/>
                  </a:lnTo>
                  <a:lnTo>
                    <a:pt x="534353" y="2701290"/>
                  </a:lnTo>
                  <a:lnTo>
                    <a:pt x="537210" y="2690812"/>
                  </a:lnTo>
                  <a:lnTo>
                    <a:pt x="535305" y="2681288"/>
                  </a:lnTo>
                  <a:lnTo>
                    <a:pt x="541972" y="2670810"/>
                  </a:lnTo>
                  <a:lnTo>
                    <a:pt x="554355" y="2663190"/>
                  </a:lnTo>
                  <a:lnTo>
                    <a:pt x="549593" y="2660332"/>
                  </a:lnTo>
                  <a:lnTo>
                    <a:pt x="543878" y="2654618"/>
                  </a:lnTo>
                  <a:lnTo>
                    <a:pt x="528638" y="2663190"/>
                  </a:lnTo>
                  <a:lnTo>
                    <a:pt x="521970" y="2660332"/>
                  </a:lnTo>
                  <a:lnTo>
                    <a:pt x="519112" y="2651760"/>
                  </a:lnTo>
                  <a:lnTo>
                    <a:pt x="521970" y="2642235"/>
                  </a:lnTo>
                  <a:lnTo>
                    <a:pt x="522922" y="2636520"/>
                  </a:lnTo>
                  <a:lnTo>
                    <a:pt x="528638" y="2629852"/>
                  </a:lnTo>
                  <a:lnTo>
                    <a:pt x="528638" y="2617470"/>
                  </a:lnTo>
                  <a:lnTo>
                    <a:pt x="524828" y="2606992"/>
                  </a:lnTo>
                  <a:lnTo>
                    <a:pt x="529590" y="2592705"/>
                  </a:lnTo>
                  <a:lnTo>
                    <a:pt x="520065" y="2592705"/>
                  </a:lnTo>
                  <a:lnTo>
                    <a:pt x="516255" y="2591752"/>
                  </a:lnTo>
                  <a:lnTo>
                    <a:pt x="519112" y="2583180"/>
                  </a:lnTo>
                  <a:lnTo>
                    <a:pt x="526732" y="2576512"/>
                  </a:lnTo>
                  <a:lnTo>
                    <a:pt x="519112" y="2564130"/>
                  </a:lnTo>
                  <a:lnTo>
                    <a:pt x="524828" y="2549842"/>
                  </a:lnTo>
                  <a:lnTo>
                    <a:pt x="524828" y="2533650"/>
                  </a:lnTo>
                  <a:lnTo>
                    <a:pt x="521970" y="2518410"/>
                  </a:lnTo>
                  <a:lnTo>
                    <a:pt x="521970" y="2507932"/>
                  </a:lnTo>
                  <a:lnTo>
                    <a:pt x="516255" y="2487930"/>
                  </a:lnTo>
                  <a:lnTo>
                    <a:pt x="512445" y="2465070"/>
                  </a:lnTo>
                  <a:lnTo>
                    <a:pt x="501015" y="2446972"/>
                  </a:lnTo>
                  <a:lnTo>
                    <a:pt x="491490" y="2421255"/>
                  </a:lnTo>
                  <a:lnTo>
                    <a:pt x="467678" y="2386012"/>
                  </a:lnTo>
                  <a:lnTo>
                    <a:pt x="467678" y="2370772"/>
                  </a:lnTo>
                  <a:lnTo>
                    <a:pt x="466725" y="2358390"/>
                  </a:lnTo>
                  <a:lnTo>
                    <a:pt x="461010" y="2351722"/>
                  </a:lnTo>
                  <a:lnTo>
                    <a:pt x="454343" y="2397442"/>
                  </a:lnTo>
                  <a:lnTo>
                    <a:pt x="448628" y="2388870"/>
                  </a:lnTo>
                  <a:lnTo>
                    <a:pt x="447675" y="2363152"/>
                  </a:lnTo>
                  <a:lnTo>
                    <a:pt x="442912" y="2350770"/>
                  </a:lnTo>
                  <a:lnTo>
                    <a:pt x="447675" y="2326958"/>
                  </a:lnTo>
                  <a:lnTo>
                    <a:pt x="433388" y="2304098"/>
                  </a:lnTo>
                  <a:lnTo>
                    <a:pt x="430530" y="2286000"/>
                  </a:lnTo>
                  <a:lnTo>
                    <a:pt x="421005" y="2259330"/>
                  </a:lnTo>
                  <a:lnTo>
                    <a:pt x="423862" y="2252662"/>
                  </a:lnTo>
                  <a:lnTo>
                    <a:pt x="436245" y="2259330"/>
                  </a:lnTo>
                  <a:lnTo>
                    <a:pt x="424815" y="2245042"/>
                  </a:lnTo>
                  <a:lnTo>
                    <a:pt x="415290" y="2246948"/>
                  </a:lnTo>
                  <a:lnTo>
                    <a:pt x="407670" y="2230755"/>
                  </a:lnTo>
                  <a:lnTo>
                    <a:pt x="405765" y="2185035"/>
                  </a:lnTo>
                  <a:lnTo>
                    <a:pt x="398145" y="2168842"/>
                  </a:lnTo>
                  <a:lnTo>
                    <a:pt x="402907" y="2152650"/>
                  </a:lnTo>
                  <a:lnTo>
                    <a:pt x="393382" y="2090738"/>
                  </a:lnTo>
                  <a:lnTo>
                    <a:pt x="375285" y="2070735"/>
                  </a:lnTo>
                  <a:lnTo>
                    <a:pt x="380047" y="2054542"/>
                  </a:lnTo>
                  <a:lnTo>
                    <a:pt x="383857" y="2039303"/>
                  </a:lnTo>
                  <a:lnTo>
                    <a:pt x="382905" y="2010728"/>
                  </a:lnTo>
                  <a:lnTo>
                    <a:pt x="386715" y="2002155"/>
                  </a:lnTo>
                  <a:lnTo>
                    <a:pt x="395288" y="1995488"/>
                  </a:lnTo>
                  <a:lnTo>
                    <a:pt x="387668" y="1998345"/>
                  </a:lnTo>
                  <a:lnTo>
                    <a:pt x="381000" y="1999297"/>
                  </a:lnTo>
                  <a:lnTo>
                    <a:pt x="365760" y="2001203"/>
                  </a:lnTo>
                  <a:lnTo>
                    <a:pt x="348615" y="2002155"/>
                  </a:lnTo>
                  <a:lnTo>
                    <a:pt x="340995" y="1982153"/>
                  </a:lnTo>
                  <a:lnTo>
                    <a:pt x="333375" y="1971675"/>
                  </a:lnTo>
                  <a:lnTo>
                    <a:pt x="324803" y="1951672"/>
                  </a:lnTo>
                  <a:lnTo>
                    <a:pt x="320993" y="1927860"/>
                  </a:lnTo>
                  <a:lnTo>
                    <a:pt x="323850" y="1922145"/>
                  </a:lnTo>
                  <a:lnTo>
                    <a:pt x="309562" y="1914525"/>
                  </a:lnTo>
                  <a:lnTo>
                    <a:pt x="305753" y="1907858"/>
                  </a:lnTo>
                  <a:lnTo>
                    <a:pt x="291465" y="1892618"/>
                  </a:lnTo>
                  <a:lnTo>
                    <a:pt x="275272" y="1881188"/>
                  </a:lnTo>
                  <a:lnTo>
                    <a:pt x="279082" y="1889760"/>
                  </a:lnTo>
                  <a:lnTo>
                    <a:pt x="283845" y="1893570"/>
                  </a:lnTo>
                  <a:lnTo>
                    <a:pt x="275272" y="1908810"/>
                  </a:lnTo>
                  <a:lnTo>
                    <a:pt x="283845" y="1932622"/>
                  </a:lnTo>
                  <a:lnTo>
                    <a:pt x="276225" y="1946910"/>
                  </a:lnTo>
                  <a:lnTo>
                    <a:pt x="269557" y="1966912"/>
                  </a:lnTo>
                  <a:lnTo>
                    <a:pt x="263843" y="1976438"/>
                  </a:lnTo>
                  <a:lnTo>
                    <a:pt x="243840" y="1996440"/>
                  </a:lnTo>
                  <a:lnTo>
                    <a:pt x="228600" y="2004060"/>
                  </a:lnTo>
                  <a:lnTo>
                    <a:pt x="217170" y="2005012"/>
                  </a:lnTo>
                  <a:lnTo>
                    <a:pt x="207645" y="2002155"/>
                  </a:lnTo>
                  <a:lnTo>
                    <a:pt x="197168" y="1991678"/>
                  </a:lnTo>
                  <a:lnTo>
                    <a:pt x="194310" y="1983105"/>
                  </a:lnTo>
                  <a:lnTo>
                    <a:pt x="192405" y="1967865"/>
                  </a:lnTo>
                  <a:lnTo>
                    <a:pt x="188595" y="1966912"/>
                  </a:lnTo>
                  <a:lnTo>
                    <a:pt x="184785" y="1967865"/>
                  </a:lnTo>
                  <a:lnTo>
                    <a:pt x="191453" y="1986915"/>
                  </a:lnTo>
                  <a:lnTo>
                    <a:pt x="191453" y="1995488"/>
                  </a:lnTo>
                  <a:lnTo>
                    <a:pt x="201930" y="2013585"/>
                  </a:lnTo>
                  <a:lnTo>
                    <a:pt x="198120" y="2017395"/>
                  </a:lnTo>
                  <a:lnTo>
                    <a:pt x="176212" y="2026920"/>
                  </a:lnTo>
                  <a:lnTo>
                    <a:pt x="169545" y="2025968"/>
                  </a:lnTo>
                  <a:lnTo>
                    <a:pt x="163830" y="2026920"/>
                  </a:lnTo>
                  <a:lnTo>
                    <a:pt x="162878" y="2035492"/>
                  </a:lnTo>
                  <a:lnTo>
                    <a:pt x="160020" y="2039303"/>
                  </a:lnTo>
                  <a:lnTo>
                    <a:pt x="124778" y="2050732"/>
                  </a:lnTo>
                  <a:lnTo>
                    <a:pt x="118110" y="2064068"/>
                  </a:lnTo>
                  <a:lnTo>
                    <a:pt x="114300" y="2076450"/>
                  </a:lnTo>
                  <a:lnTo>
                    <a:pt x="96203" y="2095500"/>
                  </a:lnTo>
                  <a:lnTo>
                    <a:pt x="74295" y="2112645"/>
                  </a:lnTo>
                  <a:lnTo>
                    <a:pt x="68580" y="2110740"/>
                  </a:lnTo>
                  <a:lnTo>
                    <a:pt x="61912" y="2106930"/>
                  </a:lnTo>
                  <a:lnTo>
                    <a:pt x="62865" y="2090738"/>
                  </a:lnTo>
                  <a:lnTo>
                    <a:pt x="70485" y="2075497"/>
                  </a:lnTo>
                  <a:lnTo>
                    <a:pt x="68580" y="2060258"/>
                  </a:lnTo>
                  <a:lnTo>
                    <a:pt x="65722" y="2069782"/>
                  </a:lnTo>
                  <a:lnTo>
                    <a:pt x="52388" y="2090738"/>
                  </a:lnTo>
                  <a:lnTo>
                    <a:pt x="45720" y="2097405"/>
                  </a:lnTo>
                  <a:lnTo>
                    <a:pt x="31432" y="2095500"/>
                  </a:lnTo>
                  <a:lnTo>
                    <a:pt x="12382" y="2098358"/>
                  </a:lnTo>
                  <a:lnTo>
                    <a:pt x="5715" y="2076450"/>
                  </a:lnTo>
                  <a:lnTo>
                    <a:pt x="5715" y="2068830"/>
                  </a:lnTo>
                  <a:lnTo>
                    <a:pt x="3810" y="2061210"/>
                  </a:lnTo>
                  <a:lnTo>
                    <a:pt x="6668" y="2054542"/>
                  </a:lnTo>
                  <a:lnTo>
                    <a:pt x="5715" y="2048828"/>
                  </a:lnTo>
                  <a:lnTo>
                    <a:pt x="953" y="2060258"/>
                  </a:lnTo>
                  <a:lnTo>
                    <a:pt x="0" y="2069782"/>
                  </a:lnTo>
                  <a:lnTo>
                    <a:pt x="0" y="2069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10760392" y="5663565"/>
              <a:ext cx="19050" cy="28575"/>
            </a:xfrm>
            <a:custGeom>
              <a:avLst/>
              <a:gdLst/>
              <a:ahLst/>
              <a:cxnLst/>
              <a:rect l="l" t="t" r="r" b="b"/>
              <a:pathLst>
                <a:path w="19050" h="28575">
                  <a:moveTo>
                    <a:pt x="16193" y="27622"/>
                  </a:moveTo>
                  <a:lnTo>
                    <a:pt x="6668" y="28575"/>
                  </a:lnTo>
                  <a:lnTo>
                    <a:pt x="0" y="24765"/>
                  </a:lnTo>
                  <a:lnTo>
                    <a:pt x="952" y="3810"/>
                  </a:lnTo>
                  <a:lnTo>
                    <a:pt x="6668" y="0"/>
                  </a:lnTo>
                  <a:lnTo>
                    <a:pt x="9525" y="1905"/>
                  </a:lnTo>
                  <a:lnTo>
                    <a:pt x="11430" y="6667"/>
                  </a:lnTo>
                  <a:lnTo>
                    <a:pt x="13335" y="12382"/>
                  </a:lnTo>
                  <a:lnTo>
                    <a:pt x="19050" y="18097"/>
                  </a:lnTo>
                  <a:lnTo>
                    <a:pt x="16193" y="27622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10402252" y="4617720"/>
              <a:ext cx="73343" cy="31433"/>
            </a:xfrm>
            <a:custGeom>
              <a:avLst/>
              <a:gdLst/>
              <a:ahLst/>
              <a:cxnLst/>
              <a:rect l="l" t="t" r="r" b="b"/>
              <a:pathLst>
                <a:path w="73343" h="31433">
                  <a:moveTo>
                    <a:pt x="39053" y="3810"/>
                  </a:moveTo>
                  <a:lnTo>
                    <a:pt x="46673" y="13335"/>
                  </a:lnTo>
                  <a:lnTo>
                    <a:pt x="55245" y="10477"/>
                  </a:lnTo>
                  <a:lnTo>
                    <a:pt x="70485" y="13335"/>
                  </a:lnTo>
                  <a:lnTo>
                    <a:pt x="73343" y="19050"/>
                  </a:lnTo>
                  <a:lnTo>
                    <a:pt x="73343" y="21908"/>
                  </a:lnTo>
                  <a:lnTo>
                    <a:pt x="57150" y="31433"/>
                  </a:lnTo>
                  <a:lnTo>
                    <a:pt x="46673" y="21908"/>
                  </a:lnTo>
                  <a:lnTo>
                    <a:pt x="27623" y="28575"/>
                  </a:lnTo>
                  <a:lnTo>
                    <a:pt x="19050" y="24765"/>
                  </a:lnTo>
                  <a:lnTo>
                    <a:pt x="6668" y="27622"/>
                  </a:lnTo>
                  <a:lnTo>
                    <a:pt x="0" y="20955"/>
                  </a:lnTo>
                  <a:lnTo>
                    <a:pt x="2858" y="12383"/>
                  </a:lnTo>
                  <a:lnTo>
                    <a:pt x="21908" y="0"/>
                  </a:lnTo>
                  <a:lnTo>
                    <a:pt x="39053" y="3810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10247948" y="3992880"/>
              <a:ext cx="35242" cy="25717"/>
            </a:xfrm>
            <a:custGeom>
              <a:avLst/>
              <a:gdLst/>
              <a:ahLst/>
              <a:cxnLst/>
              <a:rect l="l" t="t" r="r" b="b"/>
              <a:pathLst>
                <a:path w="35242" h="25717">
                  <a:moveTo>
                    <a:pt x="22860" y="20955"/>
                  </a:moveTo>
                  <a:lnTo>
                    <a:pt x="4762" y="25717"/>
                  </a:lnTo>
                  <a:lnTo>
                    <a:pt x="0" y="12383"/>
                  </a:lnTo>
                  <a:lnTo>
                    <a:pt x="12382" y="0"/>
                  </a:lnTo>
                  <a:lnTo>
                    <a:pt x="26670" y="5715"/>
                  </a:lnTo>
                  <a:lnTo>
                    <a:pt x="35242" y="9525"/>
                  </a:lnTo>
                  <a:lnTo>
                    <a:pt x="30480" y="13335"/>
                  </a:lnTo>
                  <a:lnTo>
                    <a:pt x="22860" y="20955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10262235" y="3761422"/>
              <a:ext cx="65722" cy="45720"/>
            </a:xfrm>
            <a:custGeom>
              <a:avLst/>
              <a:gdLst/>
              <a:ahLst/>
              <a:cxnLst/>
              <a:rect l="l" t="t" r="r" b="b"/>
              <a:pathLst>
                <a:path w="65722" h="45720">
                  <a:moveTo>
                    <a:pt x="33338" y="20955"/>
                  </a:moveTo>
                  <a:lnTo>
                    <a:pt x="40005" y="23812"/>
                  </a:lnTo>
                  <a:lnTo>
                    <a:pt x="45720" y="20955"/>
                  </a:lnTo>
                  <a:lnTo>
                    <a:pt x="50482" y="14288"/>
                  </a:lnTo>
                  <a:lnTo>
                    <a:pt x="55245" y="24765"/>
                  </a:lnTo>
                  <a:lnTo>
                    <a:pt x="65722" y="33338"/>
                  </a:lnTo>
                  <a:lnTo>
                    <a:pt x="62865" y="42862"/>
                  </a:lnTo>
                  <a:lnTo>
                    <a:pt x="52388" y="42862"/>
                  </a:lnTo>
                  <a:lnTo>
                    <a:pt x="42862" y="40958"/>
                  </a:lnTo>
                  <a:lnTo>
                    <a:pt x="33338" y="45720"/>
                  </a:lnTo>
                  <a:lnTo>
                    <a:pt x="20955" y="42862"/>
                  </a:lnTo>
                  <a:lnTo>
                    <a:pt x="13335" y="34290"/>
                  </a:lnTo>
                  <a:lnTo>
                    <a:pt x="5715" y="19050"/>
                  </a:lnTo>
                  <a:lnTo>
                    <a:pt x="0" y="16193"/>
                  </a:lnTo>
                  <a:lnTo>
                    <a:pt x="952" y="11430"/>
                  </a:lnTo>
                  <a:lnTo>
                    <a:pt x="3810" y="6668"/>
                  </a:lnTo>
                  <a:lnTo>
                    <a:pt x="2857" y="5715"/>
                  </a:lnTo>
                  <a:lnTo>
                    <a:pt x="3810" y="2858"/>
                  </a:lnTo>
                  <a:lnTo>
                    <a:pt x="5715" y="1905"/>
                  </a:lnTo>
                  <a:lnTo>
                    <a:pt x="8572" y="0"/>
                  </a:lnTo>
                  <a:lnTo>
                    <a:pt x="13335" y="6668"/>
                  </a:lnTo>
                  <a:lnTo>
                    <a:pt x="30480" y="16193"/>
                  </a:lnTo>
                  <a:lnTo>
                    <a:pt x="33338" y="20955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10262235" y="3808095"/>
              <a:ext cx="28575" cy="42862"/>
            </a:xfrm>
            <a:custGeom>
              <a:avLst/>
              <a:gdLst/>
              <a:ahLst/>
              <a:cxnLst/>
              <a:rect l="l" t="t" r="r" b="b"/>
              <a:pathLst>
                <a:path w="28575" h="42862">
                  <a:moveTo>
                    <a:pt x="24765" y="39052"/>
                  </a:moveTo>
                  <a:lnTo>
                    <a:pt x="13335" y="42862"/>
                  </a:lnTo>
                  <a:lnTo>
                    <a:pt x="10477" y="40005"/>
                  </a:lnTo>
                  <a:lnTo>
                    <a:pt x="9525" y="33338"/>
                  </a:lnTo>
                  <a:lnTo>
                    <a:pt x="9525" y="29527"/>
                  </a:lnTo>
                  <a:lnTo>
                    <a:pt x="0" y="4762"/>
                  </a:lnTo>
                  <a:lnTo>
                    <a:pt x="8572" y="0"/>
                  </a:lnTo>
                  <a:lnTo>
                    <a:pt x="12382" y="2858"/>
                  </a:lnTo>
                  <a:lnTo>
                    <a:pt x="19050" y="6667"/>
                  </a:lnTo>
                  <a:lnTo>
                    <a:pt x="22860" y="8572"/>
                  </a:lnTo>
                  <a:lnTo>
                    <a:pt x="28575" y="17145"/>
                  </a:lnTo>
                  <a:lnTo>
                    <a:pt x="27622" y="21908"/>
                  </a:lnTo>
                  <a:lnTo>
                    <a:pt x="28575" y="27622"/>
                  </a:lnTo>
                  <a:lnTo>
                    <a:pt x="24765" y="39052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10627995" y="3978592"/>
              <a:ext cx="30480" cy="42862"/>
            </a:xfrm>
            <a:custGeom>
              <a:avLst/>
              <a:gdLst/>
              <a:ahLst/>
              <a:cxnLst/>
              <a:rect l="l" t="t" r="r" b="b"/>
              <a:pathLst>
                <a:path w="30480" h="42862">
                  <a:moveTo>
                    <a:pt x="18098" y="37148"/>
                  </a:moveTo>
                  <a:lnTo>
                    <a:pt x="14288" y="39053"/>
                  </a:lnTo>
                  <a:lnTo>
                    <a:pt x="11430" y="39053"/>
                  </a:lnTo>
                  <a:lnTo>
                    <a:pt x="2857" y="42862"/>
                  </a:lnTo>
                  <a:lnTo>
                    <a:pt x="0" y="35242"/>
                  </a:lnTo>
                  <a:lnTo>
                    <a:pt x="2857" y="18098"/>
                  </a:lnTo>
                  <a:lnTo>
                    <a:pt x="15240" y="7620"/>
                  </a:lnTo>
                  <a:lnTo>
                    <a:pt x="18098" y="2858"/>
                  </a:lnTo>
                  <a:lnTo>
                    <a:pt x="20955" y="0"/>
                  </a:lnTo>
                  <a:lnTo>
                    <a:pt x="24765" y="0"/>
                  </a:lnTo>
                  <a:lnTo>
                    <a:pt x="29528" y="4762"/>
                  </a:lnTo>
                  <a:lnTo>
                    <a:pt x="30480" y="12383"/>
                  </a:lnTo>
                  <a:lnTo>
                    <a:pt x="21907" y="33338"/>
                  </a:lnTo>
                  <a:lnTo>
                    <a:pt x="18098" y="37148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10738485" y="3906202"/>
              <a:ext cx="101917" cy="254317"/>
            </a:xfrm>
            <a:custGeom>
              <a:avLst/>
              <a:gdLst/>
              <a:ahLst/>
              <a:cxnLst/>
              <a:rect l="l" t="t" r="r" b="b"/>
              <a:pathLst>
                <a:path w="101917" h="254317">
                  <a:moveTo>
                    <a:pt x="6667" y="250507"/>
                  </a:moveTo>
                  <a:lnTo>
                    <a:pt x="952" y="254317"/>
                  </a:lnTo>
                  <a:lnTo>
                    <a:pt x="0" y="244792"/>
                  </a:lnTo>
                  <a:lnTo>
                    <a:pt x="952" y="232410"/>
                  </a:lnTo>
                  <a:lnTo>
                    <a:pt x="10477" y="189547"/>
                  </a:lnTo>
                  <a:lnTo>
                    <a:pt x="9525" y="179070"/>
                  </a:lnTo>
                  <a:lnTo>
                    <a:pt x="27622" y="155257"/>
                  </a:lnTo>
                  <a:lnTo>
                    <a:pt x="37147" y="133350"/>
                  </a:lnTo>
                  <a:lnTo>
                    <a:pt x="53340" y="109538"/>
                  </a:lnTo>
                  <a:lnTo>
                    <a:pt x="56197" y="97155"/>
                  </a:lnTo>
                  <a:lnTo>
                    <a:pt x="70485" y="74295"/>
                  </a:lnTo>
                  <a:lnTo>
                    <a:pt x="83820" y="42862"/>
                  </a:lnTo>
                  <a:lnTo>
                    <a:pt x="83820" y="31432"/>
                  </a:lnTo>
                  <a:lnTo>
                    <a:pt x="86677" y="25717"/>
                  </a:lnTo>
                  <a:lnTo>
                    <a:pt x="89535" y="18097"/>
                  </a:lnTo>
                  <a:lnTo>
                    <a:pt x="89535" y="10477"/>
                  </a:lnTo>
                  <a:lnTo>
                    <a:pt x="99060" y="0"/>
                  </a:lnTo>
                  <a:lnTo>
                    <a:pt x="101917" y="6667"/>
                  </a:lnTo>
                  <a:lnTo>
                    <a:pt x="99060" y="21907"/>
                  </a:lnTo>
                  <a:lnTo>
                    <a:pt x="99060" y="30480"/>
                  </a:lnTo>
                  <a:lnTo>
                    <a:pt x="100012" y="33338"/>
                  </a:lnTo>
                  <a:lnTo>
                    <a:pt x="100012" y="46672"/>
                  </a:lnTo>
                  <a:lnTo>
                    <a:pt x="97155" y="68580"/>
                  </a:lnTo>
                  <a:lnTo>
                    <a:pt x="100012" y="93345"/>
                  </a:lnTo>
                  <a:lnTo>
                    <a:pt x="95250" y="120015"/>
                  </a:lnTo>
                  <a:lnTo>
                    <a:pt x="86677" y="130492"/>
                  </a:lnTo>
                  <a:lnTo>
                    <a:pt x="77152" y="139065"/>
                  </a:lnTo>
                  <a:lnTo>
                    <a:pt x="64770" y="144780"/>
                  </a:lnTo>
                  <a:lnTo>
                    <a:pt x="52388" y="157162"/>
                  </a:lnTo>
                  <a:lnTo>
                    <a:pt x="45720" y="171450"/>
                  </a:lnTo>
                  <a:lnTo>
                    <a:pt x="42862" y="185738"/>
                  </a:lnTo>
                  <a:lnTo>
                    <a:pt x="22860" y="231457"/>
                  </a:lnTo>
                  <a:lnTo>
                    <a:pt x="6667" y="250507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10807065" y="4058602"/>
              <a:ext cx="107633" cy="77152"/>
            </a:xfrm>
            <a:custGeom>
              <a:avLst/>
              <a:gdLst/>
              <a:ahLst/>
              <a:cxnLst/>
              <a:rect l="l" t="t" r="r" b="b"/>
              <a:pathLst>
                <a:path w="107633" h="77152">
                  <a:moveTo>
                    <a:pt x="107633" y="51435"/>
                  </a:moveTo>
                  <a:lnTo>
                    <a:pt x="104775" y="56197"/>
                  </a:lnTo>
                  <a:lnTo>
                    <a:pt x="95250" y="56197"/>
                  </a:lnTo>
                  <a:lnTo>
                    <a:pt x="90488" y="56197"/>
                  </a:lnTo>
                  <a:lnTo>
                    <a:pt x="80010" y="70485"/>
                  </a:lnTo>
                  <a:lnTo>
                    <a:pt x="74295" y="73342"/>
                  </a:lnTo>
                  <a:lnTo>
                    <a:pt x="40958" y="77152"/>
                  </a:lnTo>
                  <a:lnTo>
                    <a:pt x="16193" y="74295"/>
                  </a:lnTo>
                  <a:lnTo>
                    <a:pt x="6668" y="66675"/>
                  </a:lnTo>
                  <a:lnTo>
                    <a:pt x="1905" y="55245"/>
                  </a:lnTo>
                  <a:lnTo>
                    <a:pt x="0" y="46672"/>
                  </a:lnTo>
                  <a:lnTo>
                    <a:pt x="5715" y="39052"/>
                  </a:lnTo>
                  <a:lnTo>
                    <a:pt x="12383" y="33338"/>
                  </a:lnTo>
                  <a:lnTo>
                    <a:pt x="33338" y="21907"/>
                  </a:lnTo>
                  <a:lnTo>
                    <a:pt x="39053" y="14288"/>
                  </a:lnTo>
                  <a:lnTo>
                    <a:pt x="48578" y="2857"/>
                  </a:lnTo>
                  <a:lnTo>
                    <a:pt x="71438" y="0"/>
                  </a:lnTo>
                  <a:lnTo>
                    <a:pt x="73343" y="2857"/>
                  </a:lnTo>
                  <a:lnTo>
                    <a:pt x="76200" y="4762"/>
                  </a:lnTo>
                  <a:lnTo>
                    <a:pt x="80010" y="4762"/>
                  </a:lnTo>
                  <a:lnTo>
                    <a:pt x="92393" y="12382"/>
                  </a:lnTo>
                  <a:lnTo>
                    <a:pt x="104775" y="18097"/>
                  </a:lnTo>
                  <a:lnTo>
                    <a:pt x="101918" y="39052"/>
                  </a:lnTo>
                  <a:lnTo>
                    <a:pt x="104775" y="45720"/>
                  </a:lnTo>
                  <a:lnTo>
                    <a:pt x="107633" y="51435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10761345" y="4179570"/>
              <a:ext cx="30480" cy="24765"/>
            </a:xfrm>
            <a:custGeom>
              <a:avLst/>
              <a:gdLst/>
              <a:ahLst/>
              <a:cxnLst/>
              <a:rect l="l" t="t" r="r" b="b"/>
              <a:pathLst>
                <a:path w="30480" h="24765">
                  <a:moveTo>
                    <a:pt x="29528" y="5715"/>
                  </a:moveTo>
                  <a:lnTo>
                    <a:pt x="30480" y="20955"/>
                  </a:lnTo>
                  <a:lnTo>
                    <a:pt x="18098" y="24765"/>
                  </a:lnTo>
                  <a:lnTo>
                    <a:pt x="7620" y="20955"/>
                  </a:lnTo>
                  <a:lnTo>
                    <a:pt x="0" y="12383"/>
                  </a:lnTo>
                  <a:lnTo>
                    <a:pt x="0" y="8572"/>
                  </a:lnTo>
                  <a:lnTo>
                    <a:pt x="5715" y="10477"/>
                  </a:lnTo>
                  <a:lnTo>
                    <a:pt x="20003" y="1905"/>
                  </a:lnTo>
                  <a:lnTo>
                    <a:pt x="23812" y="0"/>
                  </a:lnTo>
                  <a:lnTo>
                    <a:pt x="29528" y="5715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10256520" y="4722495"/>
              <a:ext cx="59055" cy="38100"/>
            </a:xfrm>
            <a:custGeom>
              <a:avLst/>
              <a:gdLst/>
              <a:ahLst/>
              <a:cxnLst/>
              <a:rect l="l" t="t" r="r" b="b"/>
              <a:pathLst>
                <a:path w="59055" h="38100">
                  <a:moveTo>
                    <a:pt x="59055" y="10477"/>
                  </a:moveTo>
                  <a:lnTo>
                    <a:pt x="56198" y="19050"/>
                  </a:lnTo>
                  <a:lnTo>
                    <a:pt x="51435" y="22860"/>
                  </a:lnTo>
                  <a:lnTo>
                    <a:pt x="45720" y="21908"/>
                  </a:lnTo>
                  <a:lnTo>
                    <a:pt x="40957" y="16192"/>
                  </a:lnTo>
                  <a:lnTo>
                    <a:pt x="39053" y="22860"/>
                  </a:lnTo>
                  <a:lnTo>
                    <a:pt x="26670" y="25717"/>
                  </a:lnTo>
                  <a:lnTo>
                    <a:pt x="19050" y="35242"/>
                  </a:lnTo>
                  <a:lnTo>
                    <a:pt x="8573" y="38100"/>
                  </a:lnTo>
                  <a:lnTo>
                    <a:pt x="0" y="37147"/>
                  </a:lnTo>
                  <a:lnTo>
                    <a:pt x="1905" y="28575"/>
                  </a:lnTo>
                  <a:lnTo>
                    <a:pt x="21907" y="15240"/>
                  </a:lnTo>
                  <a:lnTo>
                    <a:pt x="36195" y="10477"/>
                  </a:lnTo>
                  <a:lnTo>
                    <a:pt x="46673" y="952"/>
                  </a:lnTo>
                  <a:lnTo>
                    <a:pt x="53340" y="0"/>
                  </a:lnTo>
                  <a:lnTo>
                    <a:pt x="56198" y="7620"/>
                  </a:lnTo>
                  <a:lnTo>
                    <a:pt x="59055" y="10477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10530840" y="4529138"/>
              <a:ext cx="69533" cy="44767"/>
            </a:xfrm>
            <a:custGeom>
              <a:avLst/>
              <a:gdLst/>
              <a:ahLst/>
              <a:cxnLst/>
              <a:rect l="l" t="t" r="r" b="b"/>
              <a:pathLst>
                <a:path w="69533" h="44767">
                  <a:moveTo>
                    <a:pt x="38100" y="42862"/>
                  </a:moveTo>
                  <a:lnTo>
                    <a:pt x="24765" y="44767"/>
                  </a:lnTo>
                  <a:lnTo>
                    <a:pt x="20003" y="44767"/>
                  </a:lnTo>
                  <a:lnTo>
                    <a:pt x="9525" y="30480"/>
                  </a:lnTo>
                  <a:lnTo>
                    <a:pt x="7620" y="24765"/>
                  </a:lnTo>
                  <a:lnTo>
                    <a:pt x="0" y="18097"/>
                  </a:lnTo>
                  <a:lnTo>
                    <a:pt x="2858" y="11430"/>
                  </a:lnTo>
                  <a:lnTo>
                    <a:pt x="13335" y="8572"/>
                  </a:lnTo>
                  <a:lnTo>
                    <a:pt x="34290" y="0"/>
                  </a:lnTo>
                  <a:lnTo>
                    <a:pt x="65723" y="14288"/>
                  </a:lnTo>
                  <a:lnTo>
                    <a:pt x="69533" y="20003"/>
                  </a:lnTo>
                  <a:lnTo>
                    <a:pt x="60008" y="22860"/>
                  </a:lnTo>
                  <a:lnTo>
                    <a:pt x="53340" y="36195"/>
                  </a:lnTo>
                  <a:lnTo>
                    <a:pt x="38100" y="42862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11106150" y="4072890"/>
              <a:ext cx="24765" cy="40957"/>
            </a:xfrm>
            <a:custGeom>
              <a:avLst/>
              <a:gdLst/>
              <a:ahLst/>
              <a:cxnLst/>
              <a:rect l="l" t="t" r="r" b="b"/>
              <a:pathLst>
                <a:path w="24765" h="40957">
                  <a:moveTo>
                    <a:pt x="9525" y="40005"/>
                  </a:moveTo>
                  <a:lnTo>
                    <a:pt x="7620" y="40957"/>
                  </a:lnTo>
                  <a:lnTo>
                    <a:pt x="0" y="29527"/>
                  </a:lnTo>
                  <a:lnTo>
                    <a:pt x="952" y="17145"/>
                  </a:lnTo>
                  <a:lnTo>
                    <a:pt x="12382" y="0"/>
                  </a:lnTo>
                  <a:lnTo>
                    <a:pt x="19050" y="16192"/>
                  </a:lnTo>
                  <a:lnTo>
                    <a:pt x="19050" y="22860"/>
                  </a:lnTo>
                  <a:lnTo>
                    <a:pt x="17145" y="27622"/>
                  </a:lnTo>
                  <a:lnTo>
                    <a:pt x="24765" y="35242"/>
                  </a:lnTo>
                  <a:lnTo>
                    <a:pt x="20002" y="40005"/>
                  </a:lnTo>
                  <a:lnTo>
                    <a:pt x="9525" y="40005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72" name="Freeform 72"/>
            <p:cNvSpPr/>
            <p:nvPr/>
          </p:nvSpPr>
          <p:spPr>
            <a:xfrm>
              <a:off x="11038522" y="4020502"/>
              <a:ext cx="27622" cy="75247"/>
            </a:xfrm>
            <a:custGeom>
              <a:avLst/>
              <a:gdLst/>
              <a:ahLst/>
              <a:cxnLst/>
              <a:rect l="l" t="t" r="r" b="b"/>
              <a:pathLst>
                <a:path w="27622" h="75247">
                  <a:moveTo>
                    <a:pt x="25717" y="72390"/>
                  </a:moveTo>
                  <a:lnTo>
                    <a:pt x="22860" y="75247"/>
                  </a:lnTo>
                  <a:lnTo>
                    <a:pt x="20955" y="68580"/>
                  </a:lnTo>
                  <a:lnTo>
                    <a:pt x="12382" y="60007"/>
                  </a:lnTo>
                  <a:lnTo>
                    <a:pt x="5715" y="47625"/>
                  </a:lnTo>
                  <a:lnTo>
                    <a:pt x="0" y="43815"/>
                  </a:lnTo>
                  <a:lnTo>
                    <a:pt x="2857" y="34290"/>
                  </a:lnTo>
                  <a:lnTo>
                    <a:pt x="2857" y="18097"/>
                  </a:lnTo>
                  <a:lnTo>
                    <a:pt x="10477" y="10477"/>
                  </a:lnTo>
                  <a:lnTo>
                    <a:pt x="15240" y="7620"/>
                  </a:lnTo>
                  <a:lnTo>
                    <a:pt x="20955" y="0"/>
                  </a:lnTo>
                  <a:lnTo>
                    <a:pt x="22860" y="0"/>
                  </a:lnTo>
                  <a:lnTo>
                    <a:pt x="25717" y="6667"/>
                  </a:lnTo>
                  <a:lnTo>
                    <a:pt x="20955" y="27622"/>
                  </a:lnTo>
                  <a:lnTo>
                    <a:pt x="27622" y="50482"/>
                  </a:lnTo>
                  <a:lnTo>
                    <a:pt x="24765" y="65722"/>
                  </a:lnTo>
                  <a:lnTo>
                    <a:pt x="25717" y="68580"/>
                  </a:lnTo>
                  <a:lnTo>
                    <a:pt x="25717" y="72390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10531792" y="3589972"/>
              <a:ext cx="40957" cy="50483"/>
            </a:xfrm>
            <a:custGeom>
              <a:avLst/>
              <a:gdLst/>
              <a:ahLst/>
              <a:cxnLst/>
              <a:rect l="l" t="t" r="r" b="b"/>
              <a:pathLst>
                <a:path w="40957" h="50483">
                  <a:moveTo>
                    <a:pt x="12382" y="3810"/>
                  </a:moveTo>
                  <a:lnTo>
                    <a:pt x="21907" y="3810"/>
                  </a:lnTo>
                  <a:lnTo>
                    <a:pt x="24765" y="1905"/>
                  </a:lnTo>
                  <a:lnTo>
                    <a:pt x="40957" y="14288"/>
                  </a:lnTo>
                  <a:lnTo>
                    <a:pt x="40005" y="20003"/>
                  </a:lnTo>
                  <a:lnTo>
                    <a:pt x="40957" y="28575"/>
                  </a:lnTo>
                  <a:lnTo>
                    <a:pt x="31432" y="40958"/>
                  </a:lnTo>
                  <a:lnTo>
                    <a:pt x="30480" y="44768"/>
                  </a:lnTo>
                  <a:lnTo>
                    <a:pt x="24765" y="50483"/>
                  </a:lnTo>
                  <a:lnTo>
                    <a:pt x="8572" y="39053"/>
                  </a:lnTo>
                  <a:lnTo>
                    <a:pt x="1905" y="32385"/>
                  </a:lnTo>
                  <a:lnTo>
                    <a:pt x="0" y="19050"/>
                  </a:lnTo>
                  <a:lnTo>
                    <a:pt x="6668" y="0"/>
                  </a:lnTo>
                  <a:lnTo>
                    <a:pt x="12382" y="3810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74" name="Freeform 74"/>
            <p:cNvSpPr/>
            <p:nvPr/>
          </p:nvSpPr>
          <p:spPr>
            <a:xfrm>
              <a:off x="10546080" y="3715702"/>
              <a:ext cx="29527" cy="74295"/>
            </a:xfrm>
            <a:custGeom>
              <a:avLst/>
              <a:gdLst/>
              <a:ahLst/>
              <a:cxnLst/>
              <a:rect l="l" t="t" r="r" b="b"/>
              <a:pathLst>
                <a:path w="29527" h="74295">
                  <a:moveTo>
                    <a:pt x="22860" y="41910"/>
                  </a:moveTo>
                  <a:lnTo>
                    <a:pt x="12382" y="74295"/>
                  </a:lnTo>
                  <a:lnTo>
                    <a:pt x="4762" y="63817"/>
                  </a:lnTo>
                  <a:lnTo>
                    <a:pt x="7620" y="57150"/>
                  </a:lnTo>
                  <a:lnTo>
                    <a:pt x="1905" y="49530"/>
                  </a:lnTo>
                  <a:lnTo>
                    <a:pt x="0" y="44767"/>
                  </a:lnTo>
                  <a:lnTo>
                    <a:pt x="1905" y="36195"/>
                  </a:lnTo>
                  <a:lnTo>
                    <a:pt x="9525" y="29527"/>
                  </a:lnTo>
                  <a:lnTo>
                    <a:pt x="10477" y="7620"/>
                  </a:lnTo>
                  <a:lnTo>
                    <a:pt x="24765" y="0"/>
                  </a:lnTo>
                  <a:lnTo>
                    <a:pt x="29527" y="0"/>
                  </a:lnTo>
                  <a:lnTo>
                    <a:pt x="28575" y="5715"/>
                  </a:lnTo>
                  <a:lnTo>
                    <a:pt x="28575" y="15240"/>
                  </a:lnTo>
                  <a:lnTo>
                    <a:pt x="22860" y="41910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75" name="Freeform 75"/>
            <p:cNvSpPr/>
            <p:nvPr/>
          </p:nvSpPr>
          <p:spPr>
            <a:xfrm>
              <a:off x="10614660" y="3738562"/>
              <a:ext cx="35242" cy="26670"/>
            </a:xfrm>
            <a:custGeom>
              <a:avLst/>
              <a:gdLst/>
              <a:ahLst/>
              <a:cxnLst/>
              <a:rect l="l" t="t" r="r" b="b"/>
              <a:pathLst>
                <a:path w="35242" h="26670">
                  <a:moveTo>
                    <a:pt x="32385" y="24765"/>
                  </a:moveTo>
                  <a:lnTo>
                    <a:pt x="24765" y="26670"/>
                  </a:lnTo>
                  <a:lnTo>
                    <a:pt x="10477" y="14288"/>
                  </a:lnTo>
                  <a:lnTo>
                    <a:pt x="2857" y="7620"/>
                  </a:lnTo>
                  <a:lnTo>
                    <a:pt x="0" y="4762"/>
                  </a:lnTo>
                  <a:lnTo>
                    <a:pt x="6667" y="0"/>
                  </a:lnTo>
                  <a:lnTo>
                    <a:pt x="24765" y="0"/>
                  </a:lnTo>
                  <a:lnTo>
                    <a:pt x="34290" y="9525"/>
                  </a:lnTo>
                  <a:lnTo>
                    <a:pt x="35242" y="14288"/>
                  </a:lnTo>
                  <a:lnTo>
                    <a:pt x="32385" y="24765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76" name="Freeform 76"/>
            <p:cNvSpPr/>
            <p:nvPr/>
          </p:nvSpPr>
          <p:spPr>
            <a:xfrm>
              <a:off x="10687050" y="3651885"/>
              <a:ext cx="58102" cy="57150"/>
            </a:xfrm>
            <a:custGeom>
              <a:avLst/>
              <a:gdLst/>
              <a:ahLst/>
              <a:cxnLst/>
              <a:rect l="l" t="t" r="r" b="b"/>
              <a:pathLst>
                <a:path w="58102" h="57150">
                  <a:moveTo>
                    <a:pt x="45720" y="37148"/>
                  </a:moveTo>
                  <a:lnTo>
                    <a:pt x="58102" y="57150"/>
                  </a:lnTo>
                  <a:lnTo>
                    <a:pt x="44768" y="41910"/>
                  </a:lnTo>
                  <a:lnTo>
                    <a:pt x="30480" y="32385"/>
                  </a:lnTo>
                  <a:lnTo>
                    <a:pt x="14288" y="17145"/>
                  </a:lnTo>
                  <a:lnTo>
                    <a:pt x="2857" y="12383"/>
                  </a:lnTo>
                  <a:lnTo>
                    <a:pt x="0" y="7620"/>
                  </a:lnTo>
                  <a:lnTo>
                    <a:pt x="1905" y="953"/>
                  </a:lnTo>
                  <a:lnTo>
                    <a:pt x="9525" y="0"/>
                  </a:lnTo>
                  <a:lnTo>
                    <a:pt x="12382" y="953"/>
                  </a:lnTo>
                  <a:lnTo>
                    <a:pt x="36195" y="28575"/>
                  </a:lnTo>
                  <a:lnTo>
                    <a:pt x="45720" y="37148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77" name="Freeform 77"/>
            <p:cNvSpPr/>
            <p:nvPr/>
          </p:nvSpPr>
          <p:spPr>
            <a:xfrm>
              <a:off x="10775632" y="3711892"/>
              <a:ext cx="25718" cy="42862"/>
            </a:xfrm>
            <a:custGeom>
              <a:avLst/>
              <a:gdLst/>
              <a:ahLst/>
              <a:cxnLst/>
              <a:rect l="l" t="t" r="r" b="b"/>
              <a:pathLst>
                <a:path w="25718" h="42862">
                  <a:moveTo>
                    <a:pt x="24765" y="31433"/>
                  </a:moveTo>
                  <a:lnTo>
                    <a:pt x="25718" y="42862"/>
                  </a:lnTo>
                  <a:lnTo>
                    <a:pt x="20955" y="39053"/>
                  </a:lnTo>
                  <a:lnTo>
                    <a:pt x="3810" y="15240"/>
                  </a:lnTo>
                  <a:lnTo>
                    <a:pt x="0" y="6667"/>
                  </a:lnTo>
                  <a:lnTo>
                    <a:pt x="3810" y="0"/>
                  </a:lnTo>
                  <a:lnTo>
                    <a:pt x="16193" y="9525"/>
                  </a:lnTo>
                  <a:lnTo>
                    <a:pt x="24765" y="31433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78" name="Freeform 78"/>
            <p:cNvSpPr/>
            <p:nvPr/>
          </p:nvSpPr>
          <p:spPr>
            <a:xfrm>
              <a:off x="10716578" y="3726180"/>
              <a:ext cx="123825" cy="113348"/>
            </a:xfrm>
            <a:custGeom>
              <a:avLst/>
              <a:gdLst/>
              <a:ahLst/>
              <a:cxnLst/>
              <a:rect l="l" t="t" r="r" b="b"/>
              <a:pathLst>
                <a:path w="123825" h="113348">
                  <a:moveTo>
                    <a:pt x="77153" y="39053"/>
                  </a:moveTo>
                  <a:lnTo>
                    <a:pt x="102870" y="56198"/>
                  </a:lnTo>
                  <a:lnTo>
                    <a:pt x="120968" y="83820"/>
                  </a:lnTo>
                  <a:lnTo>
                    <a:pt x="123825" y="105728"/>
                  </a:lnTo>
                  <a:lnTo>
                    <a:pt x="120968" y="113348"/>
                  </a:lnTo>
                  <a:lnTo>
                    <a:pt x="112395" y="103823"/>
                  </a:lnTo>
                  <a:lnTo>
                    <a:pt x="94298" y="91440"/>
                  </a:lnTo>
                  <a:lnTo>
                    <a:pt x="80962" y="88583"/>
                  </a:lnTo>
                  <a:lnTo>
                    <a:pt x="77153" y="86678"/>
                  </a:lnTo>
                  <a:lnTo>
                    <a:pt x="80010" y="79058"/>
                  </a:lnTo>
                  <a:lnTo>
                    <a:pt x="69533" y="72390"/>
                  </a:lnTo>
                  <a:lnTo>
                    <a:pt x="69533" y="69533"/>
                  </a:lnTo>
                  <a:lnTo>
                    <a:pt x="61912" y="66675"/>
                  </a:lnTo>
                  <a:lnTo>
                    <a:pt x="50483" y="51435"/>
                  </a:lnTo>
                  <a:lnTo>
                    <a:pt x="42862" y="49530"/>
                  </a:lnTo>
                  <a:lnTo>
                    <a:pt x="35243" y="53340"/>
                  </a:lnTo>
                  <a:lnTo>
                    <a:pt x="18098" y="74295"/>
                  </a:lnTo>
                  <a:lnTo>
                    <a:pt x="0" y="88583"/>
                  </a:lnTo>
                  <a:lnTo>
                    <a:pt x="0" y="83820"/>
                  </a:lnTo>
                  <a:lnTo>
                    <a:pt x="6668" y="63817"/>
                  </a:lnTo>
                  <a:lnTo>
                    <a:pt x="12383" y="34290"/>
                  </a:lnTo>
                  <a:lnTo>
                    <a:pt x="15240" y="24765"/>
                  </a:lnTo>
                  <a:lnTo>
                    <a:pt x="10478" y="12383"/>
                  </a:lnTo>
                  <a:lnTo>
                    <a:pt x="9525" y="0"/>
                  </a:lnTo>
                  <a:lnTo>
                    <a:pt x="24765" y="4762"/>
                  </a:lnTo>
                  <a:lnTo>
                    <a:pt x="40958" y="10478"/>
                  </a:lnTo>
                  <a:lnTo>
                    <a:pt x="55245" y="19050"/>
                  </a:lnTo>
                  <a:lnTo>
                    <a:pt x="56198" y="22860"/>
                  </a:lnTo>
                  <a:lnTo>
                    <a:pt x="77153" y="39053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79" name="Freeform 79"/>
            <p:cNvSpPr/>
            <p:nvPr/>
          </p:nvSpPr>
          <p:spPr>
            <a:xfrm>
              <a:off x="10837545" y="3519488"/>
              <a:ext cx="52388" cy="75247"/>
            </a:xfrm>
            <a:custGeom>
              <a:avLst/>
              <a:gdLst/>
              <a:ahLst/>
              <a:cxnLst/>
              <a:rect l="l" t="t" r="r" b="b"/>
              <a:pathLst>
                <a:path w="52388" h="75247">
                  <a:moveTo>
                    <a:pt x="42862" y="61912"/>
                  </a:moveTo>
                  <a:lnTo>
                    <a:pt x="40005" y="70485"/>
                  </a:lnTo>
                  <a:lnTo>
                    <a:pt x="34290" y="67628"/>
                  </a:lnTo>
                  <a:lnTo>
                    <a:pt x="28575" y="67628"/>
                  </a:lnTo>
                  <a:lnTo>
                    <a:pt x="18098" y="75247"/>
                  </a:lnTo>
                  <a:lnTo>
                    <a:pt x="2857" y="64770"/>
                  </a:lnTo>
                  <a:lnTo>
                    <a:pt x="0" y="58103"/>
                  </a:lnTo>
                  <a:lnTo>
                    <a:pt x="10478" y="40005"/>
                  </a:lnTo>
                  <a:lnTo>
                    <a:pt x="10478" y="13335"/>
                  </a:lnTo>
                  <a:lnTo>
                    <a:pt x="15240" y="6667"/>
                  </a:lnTo>
                  <a:lnTo>
                    <a:pt x="20955" y="2858"/>
                  </a:lnTo>
                  <a:lnTo>
                    <a:pt x="24765" y="0"/>
                  </a:lnTo>
                  <a:lnTo>
                    <a:pt x="37148" y="18097"/>
                  </a:lnTo>
                  <a:lnTo>
                    <a:pt x="40957" y="20003"/>
                  </a:lnTo>
                  <a:lnTo>
                    <a:pt x="52388" y="28575"/>
                  </a:lnTo>
                  <a:lnTo>
                    <a:pt x="49530" y="44767"/>
                  </a:lnTo>
                  <a:lnTo>
                    <a:pt x="49530" y="55245"/>
                  </a:lnTo>
                  <a:lnTo>
                    <a:pt x="42862" y="61912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80" name="Freeform 80"/>
            <p:cNvSpPr/>
            <p:nvPr/>
          </p:nvSpPr>
          <p:spPr>
            <a:xfrm>
              <a:off x="10531792" y="3386138"/>
              <a:ext cx="31432" cy="53340"/>
            </a:xfrm>
            <a:custGeom>
              <a:avLst/>
              <a:gdLst/>
              <a:ahLst/>
              <a:cxnLst/>
              <a:rect l="l" t="t" r="r" b="b"/>
              <a:pathLst>
                <a:path w="31432" h="53340">
                  <a:moveTo>
                    <a:pt x="28575" y="6667"/>
                  </a:moveTo>
                  <a:lnTo>
                    <a:pt x="31432" y="10478"/>
                  </a:lnTo>
                  <a:lnTo>
                    <a:pt x="28575" y="10478"/>
                  </a:lnTo>
                  <a:lnTo>
                    <a:pt x="27622" y="12383"/>
                  </a:lnTo>
                  <a:lnTo>
                    <a:pt x="20955" y="21908"/>
                  </a:lnTo>
                  <a:lnTo>
                    <a:pt x="27622" y="40005"/>
                  </a:lnTo>
                  <a:lnTo>
                    <a:pt x="23812" y="53340"/>
                  </a:lnTo>
                  <a:lnTo>
                    <a:pt x="15240" y="53340"/>
                  </a:lnTo>
                  <a:lnTo>
                    <a:pt x="12382" y="52388"/>
                  </a:lnTo>
                  <a:lnTo>
                    <a:pt x="14288" y="46672"/>
                  </a:lnTo>
                  <a:lnTo>
                    <a:pt x="16193" y="41910"/>
                  </a:lnTo>
                  <a:lnTo>
                    <a:pt x="14288" y="34290"/>
                  </a:lnTo>
                  <a:lnTo>
                    <a:pt x="9525" y="28575"/>
                  </a:lnTo>
                  <a:lnTo>
                    <a:pt x="5715" y="17145"/>
                  </a:lnTo>
                  <a:lnTo>
                    <a:pt x="0" y="12383"/>
                  </a:lnTo>
                  <a:lnTo>
                    <a:pt x="2857" y="953"/>
                  </a:lnTo>
                  <a:lnTo>
                    <a:pt x="20955" y="0"/>
                  </a:lnTo>
                  <a:lnTo>
                    <a:pt x="28575" y="6667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81" name="Freeform 81"/>
            <p:cNvSpPr/>
            <p:nvPr/>
          </p:nvSpPr>
          <p:spPr>
            <a:xfrm>
              <a:off x="11622405" y="5690235"/>
              <a:ext cx="93345" cy="50483"/>
            </a:xfrm>
            <a:custGeom>
              <a:avLst/>
              <a:gdLst/>
              <a:ahLst/>
              <a:cxnLst/>
              <a:rect l="l" t="t" r="r" b="b"/>
              <a:pathLst>
                <a:path w="93345" h="50483">
                  <a:moveTo>
                    <a:pt x="83820" y="0"/>
                  </a:moveTo>
                  <a:lnTo>
                    <a:pt x="86677" y="7620"/>
                  </a:lnTo>
                  <a:lnTo>
                    <a:pt x="93345" y="14288"/>
                  </a:lnTo>
                  <a:lnTo>
                    <a:pt x="91440" y="26670"/>
                  </a:lnTo>
                  <a:lnTo>
                    <a:pt x="87630" y="28575"/>
                  </a:lnTo>
                  <a:lnTo>
                    <a:pt x="90488" y="34290"/>
                  </a:lnTo>
                  <a:lnTo>
                    <a:pt x="93345" y="38100"/>
                  </a:lnTo>
                  <a:lnTo>
                    <a:pt x="86677" y="40958"/>
                  </a:lnTo>
                  <a:lnTo>
                    <a:pt x="81915" y="39053"/>
                  </a:lnTo>
                  <a:lnTo>
                    <a:pt x="74295" y="43815"/>
                  </a:lnTo>
                  <a:lnTo>
                    <a:pt x="69532" y="49530"/>
                  </a:lnTo>
                  <a:lnTo>
                    <a:pt x="53340" y="50483"/>
                  </a:lnTo>
                  <a:lnTo>
                    <a:pt x="47625" y="46672"/>
                  </a:lnTo>
                  <a:lnTo>
                    <a:pt x="20002" y="40958"/>
                  </a:lnTo>
                  <a:lnTo>
                    <a:pt x="952" y="28575"/>
                  </a:lnTo>
                  <a:lnTo>
                    <a:pt x="0" y="24765"/>
                  </a:lnTo>
                  <a:lnTo>
                    <a:pt x="34290" y="9525"/>
                  </a:lnTo>
                  <a:lnTo>
                    <a:pt x="50482" y="4762"/>
                  </a:lnTo>
                  <a:lnTo>
                    <a:pt x="62865" y="4762"/>
                  </a:lnTo>
                  <a:lnTo>
                    <a:pt x="79057" y="0"/>
                  </a:lnTo>
                  <a:lnTo>
                    <a:pt x="83820" y="0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82" name="Freeform 82"/>
            <p:cNvSpPr/>
            <p:nvPr/>
          </p:nvSpPr>
          <p:spPr>
            <a:xfrm>
              <a:off x="11690985" y="5465445"/>
              <a:ext cx="43815" cy="42862"/>
            </a:xfrm>
            <a:custGeom>
              <a:avLst/>
              <a:gdLst/>
              <a:ahLst/>
              <a:cxnLst/>
              <a:rect l="l" t="t" r="r" b="b"/>
              <a:pathLst>
                <a:path w="43815" h="42862">
                  <a:moveTo>
                    <a:pt x="43815" y="41910"/>
                  </a:moveTo>
                  <a:lnTo>
                    <a:pt x="42862" y="42862"/>
                  </a:lnTo>
                  <a:lnTo>
                    <a:pt x="35242" y="28575"/>
                  </a:lnTo>
                  <a:lnTo>
                    <a:pt x="13335" y="27623"/>
                  </a:lnTo>
                  <a:lnTo>
                    <a:pt x="0" y="20955"/>
                  </a:lnTo>
                  <a:lnTo>
                    <a:pt x="6667" y="12383"/>
                  </a:lnTo>
                  <a:lnTo>
                    <a:pt x="6667" y="5715"/>
                  </a:lnTo>
                  <a:lnTo>
                    <a:pt x="16192" y="953"/>
                  </a:lnTo>
                  <a:lnTo>
                    <a:pt x="25717" y="5715"/>
                  </a:lnTo>
                  <a:lnTo>
                    <a:pt x="35242" y="0"/>
                  </a:lnTo>
                  <a:lnTo>
                    <a:pt x="42862" y="953"/>
                  </a:lnTo>
                  <a:lnTo>
                    <a:pt x="43815" y="953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83" name="Freeform 83"/>
            <p:cNvSpPr/>
            <p:nvPr/>
          </p:nvSpPr>
          <p:spPr>
            <a:xfrm>
              <a:off x="11412855" y="5099685"/>
              <a:ext cx="64770" cy="77153"/>
            </a:xfrm>
            <a:custGeom>
              <a:avLst/>
              <a:gdLst/>
              <a:ahLst/>
              <a:cxnLst/>
              <a:rect l="l" t="t" r="r" b="b"/>
              <a:pathLst>
                <a:path w="64770" h="77153">
                  <a:moveTo>
                    <a:pt x="31432" y="75247"/>
                  </a:moveTo>
                  <a:lnTo>
                    <a:pt x="10477" y="77153"/>
                  </a:lnTo>
                  <a:lnTo>
                    <a:pt x="5715" y="71438"/>
                  </a:lnTo>
                  <a:lnTo>
                    <a:pt x="0" y="40958"/>
                  </a:lnTo>
                  <a:lnTo>
                    <a:pt x="15240" y="17145"/>
                  </a:lnTo>
                  <a:lnTo>
                    <a:pt x="34290" y="3810"/>
                  </a:lnTo>
                  <a:lnTo>
                    <a:pt x="47625" y="0"/>
                  </a:lnTo>
                  <a:lnTo>
                    <a:pt x="52388" y="0"/>
                  </a:lnTo>
                  <a:lnTo>
                    <a:pt x="64770" y="17145"/>
                  </a:lnTo>
                  <a:lnTo>
                    <a:pt x="55245" y="52388"/>
                  </a:lnTo>
                  <a:lnTo>
                    <a:pt x="45720" y="68580"/>
                  </a:lnTo>
                  <a:lnTo>
                    <a:pt x="31432" y="75247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84" name="Freeform 84"/>
            <p:cNvSpPr/>
            <p:nvPr/>
          </p:nvSpPr>
          <p:spPr>
            <a:xfrm>
              <a:off x="11258550" y="5493068"/>
              <a:ext cx="25718" cy="35242"/>
            </a:xfrm>
            <a:custGeom>
              <a:avLst/>
              <a:gdLst/>
              <a:ahLst/>
              <a:cxnLst/>
              <a:rect l="l" t="t" r="r" b="b"/>
              <a:pathLst>
                <a:path w="25718" h="35242">
                  <a:moveTo>
                    <a:pt x="20955" y="33338"/>
                  </a:moveTo>
                  <a:lnTo>
                    <a:pt x="12382" y="35242"/>
                  </a:lnTo>
                  <a:lnTo>
                    <a:pt x="2857" y="35242"/>
                  </a:lnTo>
                  <a:lnTo>
                    <a:pt x="0" y="20955"/>
                  </a:lnTo>
                  <a:lnTo>
                    <a:pt x="3810" y="2857"/>
                  </a:lnTo>
                  <a:lnTo>
                    <a:pt x="12382" y="0"/>
                  </a:lnTo>
                  <a:lnTo>
                    <a:pt x="25718" y="2857"/>
                  </a:lnTo>
                  <a:lnTo>
                    <a:pt x="20955" y="8572"/>
                  </a:lnTo>
                  <a:lnTo>
                    <a:pt x="24765" y="18097"/>
                  </a:lnTo>
                  <a:lnTo>
                    <a:pt x="20955" y="33338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85" name="Freeform 85"/>
            <p:cNvSpPr/>
            <p:nvPr/>
          </p:nvSpPr>
          <p:spPr>
            <a:xfrm>
              <a:off x="11286172" y="5499735"/>
              <a:ext cx="80010" cy="78105"/>
            </a:xfrm>
            <a:custGeom>
              <a:avLst/>
              <a:gdLst/>
              <a:ahLst/>
              <a:cxnLst/>
              <a:rect l="l" t="t" r="r" b="b"/>
              <a:pathLst>
                <a:path w="80010" h="78105">
                  <a:moveTo>
                    <a:pt x="37147" y="1905"/>
                  </a:moveTo>
                  <a:lnTo>
                    <a:pt x="52388" y="21908"/>
                  </a:lnTo>
                  <a:lnTo>
                    <a:pt x="42862" y="40958"/>
                  </a:lnTo>
                  <a:lnTo>
                    <a:pt x="49530" y="52388"/>
                  </a:lnTo>
                  <a:lnTo>
                    <a:pt x="68580" y="52388"/>
                  </a:lnTo>
                  <a:lnTo>
                    <a:pt x="74295" y="56197"/>
                  </a:lnTo>
                  <a:lnTo>
                    <a:pt x="77152" y="61912"/>
                  </a:lnTo>
                  <a:lnTo>
                    <a:pt x="80010" y="68580"/>
                  </a:lnTo>
                  <a:lnTo>
                    <a:pt x="74295" y="74295"/>
                  </a:lnTo>
                  <a:lnTo>
                    <a:pt x="62865" y="78105"/>
                  </a:lnTo>
                  <a:lnTo>
                    <a:pt x="50482" y="71438"/>
                  </a:lnTo>
                  <a:lnTo>
                    <a:pt x="46672" y="64770"/>
                  </a:lnTo>
                  <a:lnTo>
                    <a:pt x="43815" y="63818"/>
                  </a:lnTo>
                  <a:lnTo>
                    <a:pt x="27622" y="67628"/>
                  </a:lnTo>
                  <a:lnTo>
                    <a:pt x="21907" y="68580"/>
                  </a:lnTo>
                  <a:lnTo>
                    <a:pt x="19050" y="59055"/>
                  </a:lnTo>
                  <a:lnTo>
                    <a:pt x="23812" y="45720"/>
                  </a:lnTo>
                  <a:lnTo>
                    <a:pt x="10477" y="40005"/>
                  </a:lnTo>
                  <a:lnTo>
                    <a:pt x="0" y="26670"/>
                  </a:lnTo>
                  <a:lnTo>
                    <a:pt x="0" y="20955"/>
                  </a:lnTo>
                  <a:lnTo>
                    <a:pt x="3810" y="11430"/>
                  </a:lnTo>
                  <a:lnTo>
                    <a:pt x="2857" y="3810"/>
                  </a:lnTo>
                  <a:lnTo>
                    <a:pt x="9525" y="2858"/>
                  </a:lnTo>
                  <a:lnTo>
                    <a:pt x="20955" y="14288"/>
                  </a:lnTo>
                  <a:lnTo>
                    <a:pt x="25717" y="3810"/>
                  </a:lnTo>
                  <a:lnTo>
                    <a:pt x="31432" y="0"/>
                  </a:lnTo>
                  <a:lnTo>
                    <a:pt x="37147" y="1905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86" name="Freeform 86"/>
            <p:cNvSpPr/>
            <p:nvPr/>
          </p:nvSpPr>
          <p:spPr>
            <a:xfrm>
              <a:off x="11298555" y="5640705"/>
              <a:ext cx="104775" cy="54292"/>
            </a:xfrm>
            <a:custGeom>
              <a:avLst/>
              <a:gdLst/>
              <a:ahLst/>
              <a:cxnLst/>
              <a:rect l="l" t="t" r="r" b="b"/>
              <a:pathLst>
                <a:path w="104775" h="54292">
                  <a:moveTo>
                    <a:pt x="104775" y="44767"/>
                  </a:moveTo>
                  <a:lnTo>
                    <a:pt x="96202" y="50482"/>
                  </a:lnTo>
                  <a:lnTo>
                    <a:pt x="92393" y="51435"/>
                  </a:lnTo>
                  <a:lnTo>
                    <a:pt x="71438" y="49530"/>
                  </a:lnTo>
                  <a:lnTo>
                    <a:pt x="48577" y="49530"/>
                  </a:lnTo>
                  <a:lnTo>
                    <a:pt x="23812" y="54292"/>
                  </a:lnTo>
                  <a:lnTo>
                    <a:pt x="9525" y="50482"/>
                  </a:lnTo>
                  <a:lnTo>
                    <a:pt x="0" y="43815"/>
                  </a:lnTo>
                  <a:lnTo>
                    <a:pt x="952" y="35242"/>
                  </a:lnTo>
                  <a:lnTo>
                    <a:pt x="9525" y="16192"/>
                  </a:lnTo>
                  <a:lnTo>
                    <a:pt x="27622" y="1905"/>
                  </a:lnTo>
                  <a:lnTo>
                    <a:pt x="36195" y="0"/>
                  </a:lnTo>
                  <a:lnTo>
                    <a:pt x="48577" y="3810"/>
                  </a:lnTo>
                  <a:lnTo>
                    <a:pt x="70485" y="14288"/>
                  </a:lnTo>
                  <a:lnTo>
                    <a:pt x="87630" y="26670"/>
                  </a:lnTo>
                  <a:lnTo>
                    <a:pt x="104775" y="37147"/>
                  </a:lnTo>
                  <a:lnTo>
                    <a:pt x="104775" y="44767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87" name="Freeform 87"/>
            <p:cNvSpPr/>
            <p:nvPr/>
          </p:nvSpPr>
          <p:spPr>
            <a:xfrm>
              <a:off x="11372850" y="5940742"/>
              <a:ext cx="55245" cy="35242"/>
            </a:xfrm>
            <a:custGeom>
              <a:avLst/>
              <a:gdLst/>
              <a:ahLst/>
              <a:cxnLst/>
              <a:rect l="l" t="t" r="r" b="b"/>
              <a:pathLst>
                <a:path w="55245" h="35242">
                  <a:moveTo>
                    <a:pt x="46673" y="21907"/>
                  </a:moveTo>
                  <a:lnTo>
                    <a:pt x="43815" y="26670"/>
                  </a:lnTo>
                  <a:lnTo>
                    <a:pt x="36195" y="31432"/>
                  </a:lnTo>
                  <a:lnTo>
                    <a:pt x="28575" y="29527"/>
                  </a:lnTo>
                  <a:lnTo>
                    <a:pt x="31432" y="25717"/>
                  </a:lnTo>
                  <a:lnTo>
                    <a:pt x="30480" y="22860"/>
                  </a:lnTo>
                  <a:lnTo>
                    <a:pt x="24765" y="24765"/>
                  </a:lnTo>
                  <a:lnTo>
                    <a:pt x="16193" y="26670"/>
                  </a:lnTo>
                  <a:lnTo>
                    <a:pt x="6668" y="35242"/>
                  </a:lnTo>
                  <a:lnTo>
                    <a:pt x="0" y="31432"/>
                  </a:lnTo>
                  <a:lnTo>
                    <a:pt x="0" y="25717"/>
                  </a:lnTo>
                  <a:lnTo>
                    <a:pt x="0" y="22860"/>
                  </a:lnTo>
                  <a:lnTo>
                    <a:pt x="12382" y="12382"/>
                  </a:lnTo>
                  <a:lnTo>
                    <a:pt x="25718" y="10477"/>
                  </a:lnTo>
                  <a:lnTo>
                    <a:pt x="45720" y="0"/>
                  </a:lnTo>
                  <a:lnTo>
                    <a:pt x="55245" y="952"/>
                  </a:lnTo>
                  <a:lnTo>
                    <a:pt x="52388" y="6667"/>
                  </a:lnTo>
                  <a:lnTo>
                    <a:pt x="49530" y="12382"/>
                  </a:lnTo>
                  <a:lnTo>
                    <a:pt x="48577" y="16192"/>
                  </a:lnTo>
                  <a:lnTo>
                    <a:pt x="46673" y="21907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88" name="Freeform 88"/>
            <p:cNvSpPr/>
            <p:nvPr/>
          </p:nvSpPr>
          <p:spPr>
            <a:xfrm>
              <a:off x="10637520" y="6061710"/>
              <a:ext cx="83820" cy="176212"/>
            </a:xfrm>
            <a:custGeom>
              <a:avLst/>
              <a:gdLst/>
              <a:ahLst/>
              <a:cxnLst/>
              <a:rect l="l" t="t" r="r" b="b"/>
              <a:pathLst>
                <a:path w="83820" h="176212">
                  <a:moveTo>
                    <a:pt x="81915" y="21908"/>
                  </a:moveTo>
                  <a:lnTo>
                    <a:pt x="83820" y="52388"/>
                  </a:lnTo>
                  <a:lnTo>
                    <a:pt x="83820" y="59055"/>
                  </a:lnTo>
                  <a:lnTo>
                    <a:pt x="76200" y="47625"/>
                  </a:lnTo>
                  <a:lnTo>
                    <a:pt x="73343" y="44768"/>
                  </a:lnTo>
                  <a:lnTo>
                    <a:pt x="71438" y="47625"/>
                  </a:lnTo>
                  <a:lnTo>
                    <a:pt x="67628" y="49530"/>
                  </a:lnTo>
                  <a:lnTo>
                    <a:pt x="63818" y="49530"/>
                  </a:lnTo>
                  <a:lnTo>
                    <a:pt x="59055" y="60008"/>
                  </a:lnTo>
                  <a:lnTo>
                    <a:pt x="59055" y="71438"/>
                  </a:lnTo>
                  <a:lnTo>
                    <a:pt x="55245" y="78105"/>
                  </a:lnTo>
                  <a:lnTo>
                    <a:pt x="52388" y="102870"/>
                  </a:lnTo>
                  <a:lnTo>
                    <a:pt x="54293" y="109538"/>
                  </a:lnTo>
                  <a:lnTo>
                    <a:pt x="60960" y="105728"/>
                  </a:lnTo>
                  <a:lnTo>
                    <a:pt x="63818" y="105728"/>
                  </a:lnTo>
                  <a:lnTo>
                    <a:pt x="77153" y="114300"/>
                  </a:lnTo>
                  <a:lnTo>
                    <a:pt x="83820" y="120968"/>
                  </a:lnTo>
                  <a:lnTo>
                    <a:pt x="82868" y="129540"/>
                  </a:lnTo>
                  <a:lnTo>
                    <a:pt x="73343" y="137160"/>
                  </a:lnTo>
                  <a:lnTo>
                    <a:pt x="61912" y="141922"/>
                  </a:lnTo>
                  <a:lnTo>
                    <a:pt x="55245" y="137160"/>
                  </a:lnTo>
                  <a:lnTo>
                    <a:pt x="52388" y="140018"/>
                  </a:lnTo>
                  <a:lnTo>
                    <a:pt x="48578" y="143828"/>
                  </a:lnTo>
                  <a:lnTo>
                    <a:pt x="44768" y="149543"/>
                  </a:lnTo>
                  <a:lnTo>
                    <a:pt x="45720" y="155258"/>
                  </a:lnTo>
                  <a:lnTo>
                    <a:pt x="36195" y="171450"/>
                  </a:lnTo>
                  <a:lnTo>
                    <a:pt x="30480" y="176212"/>
                  </a:lnTo>
                  <a:lnTo>
                    <a:pt x="20003" y="170497"/>
                  </a:lnTo>
                  <a:lnTo>
                    <a:pt x="12382" y="176212"/>
                  </a:lnTo>
                  <a:lnTo>
                    <a:pt x="7620" y="174308"/>
                  </a:lnTo>
                  <a:lnTo>
                    <a:pt x="0" y="158115"/>
                  </a:lnTo>
                  <a:lnTo>
                    <a:pt x="0" y="151447"/>
                  </a:lnTo>
                  <a:lnTo>
                    <a:pt x="7620" y="142875"/>
                  </a:lnTo>
                  <a:lnTo>
                    <a:pt x="7620" y="136208"/>
                  </a:lnTo>
                  <a:lnTo>
                    <a:pt x="11430" y="129540"/>
                  </a:lnTo>
                  <a:lnTo>
                    <a:pt x="20003" y="119062"/>
                  </a:lnTo>
                  <a:lnTo>
                    <a:pt x="24765" y="112395"/>
                  </a:lnTo>
                  <a:lnTo>
                    <a:pt x="24765" y="108585"/>
                  </a:lnTo>
                  <a:lnTo>
                    <a:pt x="29528" y="90488"/>
                  </a:lnTo>
                  <a:lnTo>
                    <a:pt x="29528" y="83820"/>
                  </a:lnTo>
                  <a:lnTo>
                    <a:pt x="32385" y="77153"/>
                  </a:lnTo>
                  <a:lnTo>
                    <a:pt x="36195" y="60008"/>
                  </a:lnTo>
                  <a:lnTo>
                    <a:pt x="36195" y="31433"/>
                  </a:lnTo>
                  <a:lnTo>
                    <a:pt x="49530" y="6668"/>
                  </a:lnTo>
                  <a:lnTo>
                    <a:pt x="61912" y="0"/>
                  </a:lnTo>
                  <a:lnTo>
                    <a:pt x="67628" y="0"/>
                  </a:lnTo>
                  <a:lnTo>
                    <a:pt x="66675" y="4762"/>
                  </a:lnTo>
                  <a:lnTo>
                    <a:pt x="81915" y="21908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89" name="Freeform 89"/>
            <p:cNvSpPr/>
            <p:nvPr/>
          </p:nvSpPr>
          <p:spPr>
            <a:xfrm>
              <a:off x="10595610" y="6093142"/>
              <a:ext cx="65722" cy="105727"/>
            </a:xfrm>
            <a:custGeom>
              <a:avLst/>
              <a:gdLst/>
              <a:ahLst/>
              <a:cxnLst/>
              <a:rect l="l" t="t" r="r" b="b"/>
              <a:pathLst>
                <a:path w="65722" h="105727">
                  <a:moveTo>
                    <a:pt x="49530" y="89535"/>
                  </a:moveTo>
                  <a:lnTo>
                    <a:pt x="46672" y="99060"/>
                  </a:lnTo>
                  <a:lnTo>
                    <a:pt x="39052" y="105727"/>
                  </a:lnTo>
                  <a:lnTo>
                    <a:pt x="32385" y="105727"/>
                  </a:lnTo>
                  <a:lnTo>
                    <a:pt x="26670" y="104775"/>
                  </a:lnTo>
                  <a:lnTo>
                    <a:pt x="14288" y="99060"/>
                  </a:lnTo>
                  <a:lnTo>
                    <a:pt x="12382" y="104775"/>
                  </a:lnTo>
                  <a:lnTo>
                    <a:pt x="3810" y="104775"/>
                  </a:lnTo>
                  <a:lnTo>
                    <a:pt x="0" y="96202"/>
                  </a:lnTo>
                  <a:lnTo>
                    <a:pt x="6667" y="71438"/>
                  </a:lnTo>
                  <a:lnTo>
                    <a:pt x="16192" y="61912"/>
                  </a:lnTo>
                  <a:lnTo>
                    <a:pt x="14288" y="52388"/>
                  </a:lnTo>
                  <a:lnTo>
                    <a:pt x="6667" y="31432"/>
                  </a:lnTo>
                  <a:lnTo>
                    <a:pt x="12382" y="20955"/>
                  </a:lnTo>
                  <a:lnTo>
                    <a:pt x="34290" y="12382"/>
                  </a:lnTo>
                  <a:lnTo>
                    <a:pt x="51435" y="952"/>
                  </a:lnTo>
                  <a:lnTo>
                    <a:pt x="57150" y="0"/>
                  </a:lnTo>
                  <a:lnTo>
                    <a:pt x="62865" y="6667"/>
                  </a:lnTo>
                  <a:lnTo>
                    <a:pt x="65722" y="42862"/>
                  </a:lnTo>
                  <a:lnTo>
                    <a:pt x="46672" y="71438"/>
                  </a:lnTo>
                  <a:lnTo>
                    <a:pt x="49530" y="89535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90" name="Freeform 90"/>
            <p:cNvSpPr/>
            <p:nvPr/>
          </p:nvSpPr>
          <p:spPr>
            <a:xfrm>
              <a:off x="10530840" y="6155055"/>
              <a:ext cx="34290" cy="53340"/>
            </a:xfrm>
            <a:custGeom>
              <a:avLst/>
              <a:gdLst/>
              <a:ahLst/>
              <a:cxnLst/>
              <a:rect l="l" t="t" r="r" b="b"/>
              <a:pathLst>
                <a:path w="34290" h="53340">
                  <a:moveTo>
                    <a:pt x="31433" y="50482"/>
                  </a:moveTo>
                  <a:lnTo>
                    <a:pt x="22860" y="53340"/>
                  </a:lnTo>
                  <a:lnTo>
                    <a:pt x="6668" y="38100"/>
                  </a:lnTo>
                  <a:lnTo>
                    <a:pt x="0" y="25717"/>
                  </a:lnTo>
                  <a:lnTo>
                    <a:pt x="953" y="18097"/>
                  </a:lnTo>
                  <a:lnTo>
                    <a:pt x="6668" y="12382"/>
                  </a:lnTo>
                  <a:lnTo>
                    <a:pt x="7620" y="9525"/>
                  </a:lnTo>
                  <a:lnTo>
                    <a:pt x="7620" y="3810"/>
                  </a:lnTo>
                  <a:lnTo>
                    <a:pt x="13335" y="0"/>
                  </a:lnTo>
                  <a:lnTo>
                    <a:pt x="21908" y="952"/>
                  </a:lnTo>
                  <a:lnTo>
                    <a:pt x="25718" y="9525"/>
                  </a:lnTo>
                  <a:lnTo>
                    <a:pt x="31433" y="12382"/>
                  </a:lnTo>
                  <a:lnTo>
                    <a:pt x="34290" y="20955"/>
                  </a:lnTo>
                  <a:lnTo>
                    <a:pt x="31433" y="50482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91" name="Freeform 91"/>
            <p:cNvSpPr/>
            <p:nvPr/>
          </p:nvSpPr>
          <p:spPr>
            <a:xfrm>
              <a:off x="10689908" y="6004560"/>
              <a:ext cx="39053" cy="35243"/>
            </a:xfrm>
            <a:custGeom>
              <a:avLst/>
              <a:gdLst/>
              <a:ahLst/>
              <a:cxnLst/>
              <a:rect l="l" t="t" r="r" b="b"/>
              <a:pathLst>
                <a:path w="39053" h="35243">
                  <a:moveTo>
                    <a:pt x="37148" y="18097"/>
                  </a:moveTo>
                  <a:lnTo>
                    <a:pt x="23812" y="35243"/>
                  </a:lnTo>
                  <a:lnTo>
                    <a:pt x="15240" y="35243"/>
                  </a:lnTo>
                  <a:lnTo>
                    <a:pt x="2857" y="23812"/>
                  </a:lnTo>
                  <a:lnTo>
                    <a:pt x="0" y="11430"/>
                  </a:lnTo>
                  <a:lnTo>
                    <a:pt x="0" y="7620"/>
                  </a:lnTo>
                  <a:lnTo>
                    <a:pt x="8573" y="0"/>
                  </a:lnTo>
                  <a:lnTo>
                    <a:pt x="33338" y="2858"/>
                  </a:lnTo>
                  <a:lnTo>
                    <a:pt x="39053" y="8572"/>
                  </a:lnTo>
                  <a:lnTo>
                    <a:pt x="37148" y="18097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92" name="Freeform 92"/>
            <p:cNvSpPr/>
            <p:nvPr/>
          </p:nvSpPr>
          <p:spPr>
            <a:xfrm>
              <a:off x="11088052" y="5728335"/>
              <a:ext cx="27623" cy="68580"/>
            </a:xfrm>
            <a:custGeom>
              <a:avLst/>
              <a:gdLst/>
              <a:ahLst/>
              <a:cxnLst/>
              <a:rect l="l" t="t" r="r" b="b"/>
              <a:pathLst>
                <a:path w="27623" h="68580">
                  <a:moveTo>
                    <a:pt x="25718" y="65722"/>
                  </a:moveTo>
                  <a:lnTo>
                    <a:pt x="24765" y="68580"/>
                  </a:lnTo>
                  <a:lnTo>
                    <a:pt x="16193" y="61912"/>
                  </a:lnTo>
                  <a:lnTo>
                    <a:pt x="10478" y="40005"/>
                  </a:lnTo>
                  <a:lnTo>
                    <a:pt x="5715" y="34290"/>
                  </a:lnTo>
                  <a:lnTo>
                    <a:pt x="0" y="15240"/>
                  </a:lnTo>
                  <a:lnTo>
                    <a:pt x="953" y="9525"/>
                  </a:lnTo>
                  <a:lnTo>
                    <a:pt x="8573" y="0"/>
                  </a:lnTo>
                  <a:lnTo>
                    <a:pt x="13335" y="0"/>
                  </a:lnTo>
                  <a:lnTo>
                    <a:pt x="18098" y="5715"/>
                  </a:lnTo>
                  <a:lnTo>
                    <a:pt x="15240" y="27622"/>
                  </a:lnTo>
                  <a:lnTo>
                    <a:pt x="27623" y="55245"/>
                  </a:lnTo>
                  <a:lnTo>
                    <a:pt x="25718" y="65722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93" name="Freeform 93"/>
            <p:cNvSpPr/>
            <p:nvPr/>
          </p:nvSpPr>
          <p:spPr>
            <a:xfrm>
              <a:off x="11023282" y="5703570"/>
              <a:ext cx="129540" cy="20955"/>
            </a:xfrm>
            <a:custGeom>
              <a:avLst/>
              <a:gdLst/>
              <a:ahLst/>
              <a:cxnLst/>
              <a:rect l="l" t="t" r="r" b="b"/>
              <a:pathLst>
                <a:path w="129540" h="20955">
                  <a:moveTo>
                    <a:pt x="86678" y="0"/>
                  </a:moveTo>
                  <a:lnTo>
                    <a:pt x="129540" y="3810"/>
                  </a:lnTo>
                  <a:lnTo>
                    <a:pt x="123825" y="9525"/>
                  </a:lnTo>
                  <a:lnTo>
                    <a:pt x="78105" y="18098"/>
                  </a:lnTo>
                  <a:lnTo>
                    <a:pt x="61912" y="16193"/>
                  </a:lnTo>
                  <a:lnTo>
                    <a:pt x="12382" y="20955"/>
                  </a:lnTo>
                  <a:lnTo>
                    <a:pt x="5715" y="20955"/>
                  </a:lnTo>
                  <a:lnTo>
                    <a:pt x="5715" y="12383"/>
                  </a:lnTo>
                  <a:lnTo>
                    <a:pt x="0" y="6668"/>
                  </a:lnTo>
                  <a:lnTo>
                    <a:pt x="8573" y="2858"/>
                  </a:lnTo>
                  <a:lnTo>
                    <a:pt x="18098" y="953"/>
                  </a:lnTo>
                  <a:lnTo>
                    <a:pt x="45720" y="2858"/>
                  </a:lnTo>
                  <a:lnTo>
                    <a:pt x="86678" y="0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94" name="Freeform 94"/>
            <p:cNvSpPr/>
            <p:nvPr/>
          </p:nvSpPr>
          <p:spPr>
            <a:xfrm>
              <a:off x="10877550" y="5682615"/>
              <a:ext cx="136207" cy="51435"/>
            </a:xfrm>
            <a:custGeom>
              <a:avLst/>
              <a:gdLst/>
              <a:ahLst/>
              <a:cxnLst/>
              <a:rect l="l" t="t" r="r" b="b"/>
              <a:pathLst>
                <a:path w="136207" h="51435">
                  <a:moveTo>
                    <a:pt x="87630" y="9525"/>
                  </a:moveTo>
                  <a:lnTo>
                    <a:pt x="100012" y="14288"/>
                  </a:lnTo>
                  <a:lnTo>
                    <a:pt x="105727" y="14288"/>
                  </a:lnTo>
                  <a:lnTo>
                    <a:pt x="109538" y="8572"/>
                  </a:lnTo>
                  <a:lnTo>
                    <a:pt x="112395" y="7620"/>
                  </a:lnTo>
                  <a:lnTo>
                    <a:pt x="118110" y="9525"/>
                  </a:lnTo>
                  <a:lnTo>
                    <a:pt x="119062" y="20003"/>
                  </a:lnTo>
                  <a:lnTo>
                    <a:pt x="127635" y="18097"/>
                  </a:lnTo>
                  <a:lnTo>
                    <a:pt x="133350" y="20955"/>
                  </a:lnTo>
                  <a:lnTo>
                    <a:pt x="136207" y="23812"/>
                  </a:lnTo>
                  <a:lnTo>
                    <a:pt x="136207" y="33338"/>
                  </a:lnTo>
                  <a:lnTo>
                    <a:pt x="111443" y="34290"/>
                  </a:lnTo>
                  <a:lnTo>
                    <a:pt x="93345" y="41910"/>
                  </a:lnTo>
                  <a:lnTo>
                    <a:pt x="68580" y="36195"/>
                  </a:lnTo>
                  <a:lnTo>
                    <a:pt x="42862" y="46672"/>
                  </a:lnTo>
                  <a:lnTo>
                    <a:pt x="25718" y="51435"/>
                  </a:lnTo>
                  <a:lnTo>
                    <a:pt x="12382" y="49530"/>
                  </a:lnTo>
                  <a:lnTo>
                    <a:pt x="0" y="30480"/>
                  </a:lnTo>
                  <a:lnTo>
                    <a:pt x="6668" y="7620"/>
                  </a:lnTo>
                  <a:lnTo>
                    <a:pt x="12382" y="2857"/>
                  </a:lnTo>
                  <a:lnTo>
                    <a:pt x="20002" y="1905"/>
                  </a:lnTo>
                  <a:lnTo>
                    <a:pt x="44768" y="0"/>
                  </a:lnTo>
                  <a:lnTo>
                    <a:pt x="87630" y="9525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95" name="Freeform 95"/>
            <p:cNvSpPr/>
            <p:nvPr/>
          </p:nvSpPr>
          <p:spPr>
            <a:xfrm>
              <a:off x="10668000" y="5616892"/>
              <a:ext cx="101918" cy="62865"/>
            </a:xfrm>
            <a:custGeom>
              <a:avLst/>
              <a:gdLst/>
              <a:ahLst/>
              <a:cxnLst/>
              <a:rect l="l" t="t" r="r" b="b"/>
              <a:pathLst>
                <a:path w="101918" h="62865">
                  <a:moveTo>
                    <a:pt x="55245" y="952"/>
                  </a:moveTo>
                  <a:lnTo>
                    <a:pt x="58102" y="9525"/>
                  </a:lnTo>
                  <a:lnTo>
                    <a:pt x="53340" y="18097"/>
                  </a:lnTo>
                  <a:lnTo>
                    <a:pt x="59055" y="31432"/>
                  </a:lnTo>
                  <a:lnTo>
                    <a:pt x="73343" y="12382"/>
                  </a:lnTo>
                  <a:lnTo>
                    <a:pt x="86677" y="11430"/>
                  </a:lnTo>
                  <a:lnTo>
                    <a:pt x="93345" y="13335"/>
                  </a:lnTo>
                  <a:lnTo>
                    <a:pt x="99060" y="18097"/>
                  </a:lnTo>
                  <a:lnTo>
                    <a:pt x="101918" y="24765"/>
                  </a:lnTo>
                  <a:lnTo>
                    <a:pt x="96202" y="40005"/>
                  </a:lnTo>
                  <a:lnTo>
                    <a:pt x="88582" y="46672"/>
                  </a:lnTo>
                  <a:lnTo>
                    <a:pt x="77152" y="48577"/>
                  </a:lnTo>
                  <a:lnTo>
                    <a:pt x="71438" y="38100"/>
                  </a:lnTo>
                  <a:lnTo>
                    <a:pt x="63818" y="38100"/>
                  </a:lnTo>
                  <a:lnTo>
                    <a:pt x="59055" y="58102"/>
                  </a:lnTo>
                  <a:lnTo>
                    <a:pt x="56198" y="60960"/>
                  </a:lnTo>
                  <a:lnTo>
                    <a:pt x="49530" y="62865"/>
                  </a:lnTo>
                  <a:lnTo>
                    <a:pt x="43815" y="58102"/>
                  </a:lnTo>
                  <a:lnTo>
                    <a:pt x="42862" y="55245"/>
                  </a:lnTo>
                  <a:lnTo>
                    <a:pt x="51435" y="45720"/>
                  </a:lnTo>
                  <a:lnTo>
                    <a:pt x="46673" y="19050"/>
                  </a:lnTo>
                  <a:lnTo>
                    <a:pt x="40957" y="24765"/>
                  </a:lnTo>
                  <a:lnTo>
                    <a:pt x="23812" y="48577"/>
                  </a:lnTo>
                  <a:lnTo>
                    <a:pt x="11430" y="59055"/>
                  </a:lnTo>
                  <a:lnTo>
                    <a:pt x="6668" y="53340"/>
                  </a:lnTo>
                  <a:lnTo>
                    <a:pt x="0" y="37147"/>
                  </a:lnTo>
                  <a:lnTo>
                    <a:pt x="2857" y="16192"/>
                  </a:lnTo>
                  <a:lnTo>
                    <a:pt x="14288" y="2857"/>
                  </a:lnTo>
                  <a:lnTo>
                    <a:pt x="21907" y="3810"/>
                  </a:lnTo>
                  <a:lnTo>
                    <a:pt x="48577" y="0"/>
                  </a:lnTo>
                  <a:lnTo>
                    <a:pt x="55245" y="952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96" name="Freeform 96"/>
            <p:cNvSpPr/>
            <p:nvPr/>
          </p:nvSpPr>
          <p:spPr>
            <a:xfrm>
              <a:off x="10508932" y="5514022"/>
              <a:ext cx="35243" cy="16193"/>
            </a:xfrm>
            <a:custGeom>
              <a:avLst/>
              <a:gdLst/>
              <a:ahLst/>
              <a:cxnLst/>
              <a:rect l="l" t="t" r="r" b="b"/>
              <a:pathLst>
                <a:path w="35243" h="16193">
                  <a:moveTo>
                    <a:pt x="28575" y="0"/>
                  </a:moveTo>
                  <a:lnTo>
                    <a:pt x="35243" y="4762"/>
                  </a:lnTo>
                  <a:lnTo>
                    <a:pt x="31432" y="12383"/>
                  </a:lnTo>
                  <a:lnTo>
                    <a:pt x="26670" y="10478"/>
                  </a:lnTo>
                  <a:lnTo>
                    <a:pt x="14288" y="10478"/>
                  </a:lnTo>
                  <a:lnTo>
                    <a:pt x="9525" y="10478"/>
                  </a:lnTo>
                  <a:lnTo>
                    <a:pt x="3810" y="16193"/>
                  </a:lnTo>
                  <a:lnTo>
                    <a:pt x="0" y="16193"/>
                  </a:lnTo>
                  <a:lnTo>
                    <a:pt x="1905" y="9525"/>
                  </a:lnTo>
                  <a:lnTo>
                    <a:pt x="13335" y="0"/>
                  </a:lnTo>
                  <a:lnTo>
                    <a:pt x="20003" y="953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97" name="Freeform 97"/>
            <p:cNvSpPr/>
            <p:nvPr/>
          </p:nvSpPr>
          <p:spPr>
            <a:xfrm>
              <a:off x="11205210" y="4831080"/>
              <a:ext cx="28575" cy="74295"/>
            </a:xfrm>
            <a:custGeom>
              <a:avLst/>
              <a:gdLst/>
              <a:ahLst/>
              <a:cxnLst/>
              <a:rect l="l" t="t" r="r" b="b"/>
              <a:pathLst>
                <a:path w="28575" h="74295">
                  <a:moveTo>
                    <a:pt x="15240" y="71438"/>
                  </a:moveTo>
                  <a:lnTo>
                    <a:pt x="9525" y="74295"/>
                  </a:lnTo>
                  <a:lnTo>
                    <a:pt x="0" y="72390"/>
                  </a:lnTo>
                  <a:lnTo>
                    <a:pt x="0" y="65723"/>
                  </a:lnTo>
                  <a:lnTo>
                    <a:pt x="7620" y="53340"/>
                  </a:lnTo>
                  <a:lnTo>
                    <a:pt x="13335" y="40005"/>
                  </a:lnTo>
                  <a:lnTo>
                    <a:pt x="7620" y="37148"/>
                  </a:lnTo>
                  <a:lnTo>
                    <a:pt x="952" y="28575"/>
                  </a:lnTo>
                  <a:lnTo>
                    <a:pt x="952" y="18098"/>
                  </a:lnTo>
                  <a:lnTo>
                    <a:pt x="6667" y="0"/>
                  </a:lnTo>
                  <a:lnTo>
                    <a:pt x="13335" y="953"/>
                  </a:lnTo>
                  <a:lnTo>
                    <a:pt x="20002" y="9525"/>
                  </a:lnTo>
                  <a:lnTo>
                    <a:pt x="24765" y="24765"/>
                  </a:lnTo>
                  <a:lnTo>
                    <a:pt x="28575" y="35242"/>
                  </a:lnTo>
                  <a:lnTo>
                    <a:pt x="19050" y="50483"/>
                  </a:lnTo>
                  <a:lnTo>
                    <a:pt x="15240" y="71438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98" name="Freeform 98"/>
            <p:cNvSpPr/>
            <p:nvPr/>
          </p:nvSpPr>
          <p:spPr>
            <a:xfrm>
              <a:off x="11032808" y="4943475"/>
              <a:ext cx="27623" cy="45720"/>
            </a:xfrm>
            <a:custGeom>
              <a:avLst/>
              <a:gdLst/>
              <a:ahLst/>
              <a:cxnLst/>
              <a:rect l="l" t="t" r="r" b="b"/>
              <a:pathLst>
                <a:path w="27623" h="45720">
                  <a:moveTo>
                    <a:pt x="27623" y="40005"/>
                  </a:moveTo>
                  <a:lnTo>
                    <a:pt x="23812" y="45720"/>
                  </a:lnTo>
                  <a:lnTo>
                    <a:pt x="6668" y="37147"/>
                  </a:lnTo>
                  <a:lnTo>
                    <a:pt x="8573" y="24765"/>
                  </a:lnTo>
                  <a:lnTo>
                    <a:pt x="5715" y="20003"/>
                  </a:lnTo>
                  <a:lnTo>
                    <a:pt x="1905" y="12382"/>
                  </a:lnTo>
                  <a:lnTo>
                    <a:pt x="0" y="7620"/>
                  </a:lnTo>
                  <a:lnTo>
                    <a:pt x="1905" y="0"/>
                  </a:lnTo>
                  <a:lnTo>
                    <a:pt x="11430" y="8572"/>
                  </a:lnTo>
                  <a:lnTo>
                    <a:pt x="18098" y="21907"/>
                  </a:lnTo>
                  <a:lnTo>
                    <a:pt x="24765" y="34290"/>
                  </a:lnTo>
                  <a:lnTo>
                    <a:pt x="27623" y="40005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99" name="Freeform 99"/>
            <p:cNvSpPr/>
            <p:nvPr/>
          </p:nvSpPr>
          <p:spPr>
            <a:xfrm>
              <a:off x="9955530" y="4871085"/>
              <a:ext cx="40005" cy="35243"/>
            </a:xfrm>
            <a:custGeom>
              <a:avLst/>
              <a:gdLst/>
              <a:ahLst/>
              <a:cxnLst/>
              <a:rect l="l" t="t" r="r" b="b"/>
              <a:pathLst>
                <a:path w="40005" h="35243">
                  <a:moveTo>
                    <a:pt x="40005" y="28575"/>
                  </a:moveTo>
                  <a:lnTo>
                    <a:pt x="15240" y="35243"/>
                  </a:lnTo>
                  <a:lnTo>
                    <a:pt x="0" y="19050"/>
                  </a:lnTo>
                  <a:lnTo>
                    <a:pt x="4762" y="7620"/>
                  </a:lnTo>
                  <a:lnTo>
                    <a:pt x="3810" y="953"/>
                  </a:lnTo>
                  <a:lnTo>
                    <a:pt x="10477" y="0"/>
                  </a:lnTo>
                  <a:lnTo>
                    <a:pt x="17145" y="953"/>
                  </a:lnTo>
                  <a:lnTo>
                    <a:pt x="34290" y="9525"/>
                  </a:lnTo>
                  <a:lnTo>
                    <a:pt x="40005" y="22860"/>
                  </a:lnTo>
                  <a:lnTo>
                    <a:pt x="40005" y="28575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100" name="Freeform 100"/>
            <p:cNvSpPr/>
            <p:nvPr/>
          </p:nvSpPr>
          <p:spPr>
            <a:xfrm>
              <a:off x="9733598" y="5904548"/>
              <a:ext cx="40958" cy="110490"/>
            </a:xfrm>
            <a:custGeom>
              <a:avLst/>
              <a:gdLst/>
              <a:ahLst/>
              <a:cxnLst/>
              <a:rect l="l" t="t" r="r" b="b"/>
              <a:pathLst>
                <a:path w="40958" h="110490">
                  <a:moveTo>
                    <a:pt x="38100" y="85725"/>
                  </a:moveTo>
                  <a:lnTo>
                    <a:pt x="9525" y="110490"/>
                  </a:lnTo>
                  <a:lnTo>
                    <a:pt x="5715" y="104775"/>
                  </a:lnTo>
                  <a:lnTo>
                    <a:pt x="8572" y="78105"/>
                  </a:lnTo>
                  <a:lnTo>
                    <a:pt x="0" y="61912"/>
                  </a:lnTo>
                  <a:lnTo>
                    <a:pt x="0" y="49530"/>
                  </a:lnTo>
                  <a:lnTo>
                    <a:pt x="5715" y="28575"/>
                  </a:lnTo>
                  <a:lnTo>
                    <a:pt x="13335" y="12383"/>
                  </a:lnTo>
                  <a:lnTo>
                    <a:pt x="30480" y="953"/>
                  </a:lnTo>
                  <a:lnTo>
                    <a:pt x="34290" y="0"/>
                  </a:lnTo>
                  <a:lnTo>
                    <a:pt x="33338" y="19050"/>
                  </a:lnTo>
                  <a:lnTo>
                    <a:pt x="37147" y="27622"/>
                  </a:lnTo>
                  <a:lnTo>
                    <a:pt x="37147" y="34290"/>
                  </a:lnTo>
                  <a:lnTo>
                    <a:pt x="36195" y="40005"/>
                  </a:lnTo>
                  <a:lnTo>
                    <a:pt x="38100" y="64770"/>
                  </a:lnTo>
                  <a:lnTo>
                    <a:pt x="40958" y="70485"/>
                  </a:lnTo>
                  <a:lnTo>
                    <a:pt x="37147" y="78105"/>
                  </a:lnTo>
                  <a:lnTo>
                    <a:pt x="38100" y="85725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101" name="Freeform 101"/>
            <p:cNvSpPr/>
            <p:nvPr/>
          </p:nvSpPr>
          <p:spPr>
            <a:xfrm>
              <a:off x="8826818" y="5592128"/>
              <a:ext cx="44767" cy="40957"/>
            </a:xfrm>
            <a:custGeom>
              <a:avLst/>
              <a:gdLst/>
              <a:ahLst/>
              <a:cxnLst/>
              <a:rect l="l" t="t" r="r" b="b"/>
              <a:pathLst>
                <a:path w="44767" h="40957">
                  <a:moveTo>
                    <a:pt x="38100" y="27622"/>
                  </a:moveTo>
                  <a:lnTo>
                    <a:pt x="10477" y="40957"/>
                  </a:lnTo>
                  <a:lnTo>
                    <a:pt x="3810" y="40957"/>
                  </a:lnTo>
                  <a:lnTo>
                    <a:pt x="0" y="36195"/>
                  </a:lnTo>
                  <a:lnTo>
                    <a:pt x="2857" y="8572"/>
                  </a:lnTo>
                  <a:lnTo>
                    <a:pt x="6667" y="953"/>
                  </a:lnTo>
                  <a:lnTo>
                    <a:pt x="25717" y="0"/>
                  </a:lnTo>
                  <a:lnTo>
                    <a:pt x="37147" y="3810"/>
                  </a:lnTo>
                  <a:lnTo>
                    <a:pt x="42862" y="8572"/>
                  </a:lnTo>
                  <a:lnTo>
                    <a:pt x="44767" y="18097"/>
                  </a:lnTo>
                  <a:lnTo>
                    <a:pt x="43815" y="23812"/>
                  </a:lnTo>
                  <a:lnTo>
                    <a:pt x="38100" y="27622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102" name="Freeform 102"/>
            <p:cNvSpPr/>
            <p:nvPr/>
          </p:nvSpPr>
          <p:spPr>
            <a:xfrm>
              <a:off x="8629650" y="4876800"/>
              <a:ext cx="55245" cy="78105"/>
            </a:xfrm>
            <a:custGeom>
              <a:avLst/>
              <a:gdLst/>
              <a:ahLst/>
              <a:cxnLst/>
              <a:rect l="l" t="t" r="r" b="b"/>
              <a:pathLst>
                <a:path w="55245" h="78105">
                  <a:moveTo>
                    <a:pt x="43815" y="72390"/>
                  </a:moveTo>
                  <a:lnTo>
                    <a:pt x="24765" y="78105"/>
                  </a:lnTo>
                  <a:lnTo>
                    <a:pt x="14288" y="69532"/>
                  </a:lnTo>
                  <a:lnTo>
                    <a:pt x="26670" y="61912"/>
                  </a:lnTo>
                  <a:lnTo>
                    <a:pt x="30480" y="61912"/>
                  </a:lnTo>
                  <a:lnTo>
                    <a:pt x="33338" y="59055"/>
                  </a:lnTo>
                  <a:lnTo>
                    <a:pt x="33338" y="56197"/>
                  </a:lnTo>
                  <a:lnTo>
                    <a:pt x="12382" y="50482"/>
                  </a:lnTo>
                  <a:lnTo>
                    <a:pt x="6668" y="44768"/>
                  </a:lnTo>
                  <a:lnTo>
                    <a:pt x="0" y="32385"/>
                  </a:lnTo>
                  <a:lnTo>
                    <a:pt x="0" y="24765"/>
                  </a:lnTo>
                  <a:lnTo>
                    <a:pt x="27622" y="1905"/>
                  </a:lnTo>
                  <a:lnTo>
                    <a:pt x="34290" y="0"/>
                  </a:lnTo>
                  <a:lnTo>
                    <a:pt x="34290" y="9525"/>
                  </a:lnTo>
                  <a:lnTo>
                    <a:pt x="53340" y="31432"/>
                  </a:lnTo>
                  <a:lnTo>
                    <a:pt x="55245" y="46672"/>
                  </a:lnTo>
                  <a:lnTo>
                    <a:pt x="55245" y="51435"/>
                  </a:lnTo>
                  <a:lnTo>
                    <a:pt x="43815" y="72390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103" name="Freeform 103"/>
            <p:cNvSpPr/>
            <p:nvPr/>
          </p:nvSpPr>
          <p:spPr>
            <a:xfrm>
              <a:off x="7720965" y="5164455"/>
              <a:ext cx="51435" cy="56197"/>
            </a:xfrm>
            <a:custGeom>
              <a:avLst/>
              <a:gdLst/>
              <a:ahLst/>
              <a:cxnLst/>
              <a:rect l="l" t="t" r="r" b="b"/>
              <a:pathLst>
                <a:path w="51435" h="56197">
                  <a:moveTo>
                    <a:pt x="42862" y="6667"/>
                  </a:moveTo>
                  <a:lnTo>
                    <a:pt x="49530" y="17145"/>
                  </a:lnTo>
                  <a:lnTo>
                    <a:pt x="51435" y="25717"/>
                  </a:lnTo>
                  <a:lnTo>
                    <a:pt x="47625" y="34290"/>
                  </a:lnTo>
                  <a:lnTo>
                    <a:pt x="44767" y="46672"/>
                  </a:lnTo>
                  <a:lnTo>
                    <a:pt x="27622" y="56197"/>
                  </a:lnTo>
                  <a:lnTo>
                    <a:pt x="14288" y="54292"/>
                  </a:lnTo>
                  <a:lnTo>
                    <a:pt x="10478" y="50482"/>
                  </a:lnTo>
                  <a:lnTo>
                    <a:pt x="0" y="31432"/>
                  </a:lnTo>
                  <a:lnTo>
                    <a:pt x="1905" y="14288"/>
                  </a:lnTo>
                  <a:lnTo>
                    <a:pt x="7620" y="7620"/>
                  </a:lnTo>
                  <a:lnTo>
                    <a:pt x="20003" y="9525"/>
                  </a:lnTo>
                  <a:lnTo>
                    <a:pt x="33338" y="0"/>
                  </a:lnTo>
                  <a:lnTo>
                    <a:pt x="42862" y="6667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104" name="Freeform 104"/>
            <p:cNvSpPr/>
            <p:nvPr/>
          </p:nvSpPr>
          <p:spPr>
            <a:xfrm>
              <a:off x="7835265" y="5264468"/>
              <a:ext cx="30480" cy="60960"/>
            </a:xfrm>
            <a:custGeom>
              <a:avLst/>
              <a:gdLst/>
              <a:ahLst/>
              <a:cxnLst/>
              <a:rect l="l" t="t" r="r" b="b"/>
              <a:pathLst>
                <a:path w="30480" h="60960">
                  <a:moveTo>
                    <a:pt x="27622" y="56197"/>
                  </a:moveTo>
                  <a:lnTo>
                    <a:pt x="20955" y="60960"/>
                  </a:lnTo>
                  <a:lnTo>
                    <a:pt x="14288" y="53340"/>
                  </a:lnTo>
                  <a:lnTo>
                    <a:pt x="7620" y="43815"/>
                  </a:lnTo>
                  <a:lnTo>
                    <a:pt x="4762" y="34290"/>
                  </a:lnTo>
                  <a:lnTo>
                    <a:pt x="1905" y="19050"/>
                  </a:lnTo>
                  <a:lnTo>
                    <a:pt x="0" y="6667"/>
                  </a:lnTo>
                  <a:lnTo>
                    <a:pt x="4762" y="0"/>
                  </a:lnTo>
                  <a:lnTo>
                    <a:pt x="7620" y="952"/>
                  </a:lnTo>
                  <a:lnTo>
                    <a:pt x="18097" y="6667"/>
                  </a:lnTo>
                  <a:lnTo>
                    <a:pt x="24765" y="19050"/>
                  </a:lnTo>
                  <a:lnTo>
                    <a:pt x="29528" y="23812"/>
                  </a:lnTo>
                  <a:lnTo>
                    <a:pt x="30480" y="33338"/>
                  </a:lnTo>
                  <a:lnTo>
                    <a:pt x="27622" y="45720"/>
                  </a:lnTo>
                  <a:lnTo>
                    <a:pt x="27622" y="56197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105" name="Freeform 105"/>
            <p:cNvSpPr/>
            <p:nvPr/>
          </p:nvSpPr>
          <p:spPr>
            <a:xfrm>
              <a:off x="7806690" y="5233035"/>
              <a:ext cx="65722" cy="40958"/>
            </a:xfrm>
            <a:custGeom>
              <a:avLst/>
              <a:gdLst/>
              <a:ahLst/>
              <a:cxnLst/>
              <a:rect l="l" t="t" r="r" b="b"/>
              <a:pathLst>
                <a:path w="65722" h="40958">
                  <a:moveTo>
                    <a:pt x="64770" y="22860"/>
                  </a:moveTo>
                  <a:lnTo>
                    <a:pt x="65722" y="40958"/>
                  </a:lnTo>
                  <a:lnTo>
                    <a:pt x="56197" y="35243"/>
                  </a:lnTo>
                  <a:lnTo>
                    <a:pt x="48578" y="28575"/>
                  </a:lnTo>
                  <a:lnTo>
                    <a:pt x="36195" y="24765"/>
                  </a:lnTo>
                  <a:lnTo>
                    <a:pt x="19050" y="21908"/>
                  </a:lnTo>
                  <a:lnTo>
                    <a:pt x="8572" y="18097"/>
                  </a:lnTo>
                  <a:lnTo>
                    <a:pt x="0" y="9525"/>
                  </a:lnTo>
                  <a:lnTo>
                    <a:pt x="0" y="5715"/>
                  </a:lnTo>
                  <a:lnTo>
                    <a:pt x="0" y="2858"/>
                  </a:lnTo>
                  <a:lnTo>
                    <a:pt x="2857" y="0"/>
                  </a:lnTo>
                  <a:lnTo>
                    <a:pt x="61912" y="16193"/>
                  </a:lnTo>
                  <a:lnTo>
                    <a:pt x="64770" y="22860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106" name="Freeform 106"/>
            <p:cNvSpPr/>
            <p:nvPr/>
          </p:nvSpPr>
          <p:spPr>
            <a:xfrm>
              <a:off x="7867650" y="5301615"/>
              <a:ext cx="78105" cy="58103"/>
            </a:xfrm>
            <a:custGeom>
              <a:avLst/>
              <a:gdLst/>
              <a:ahLst/>
              <a:cxnLst/>
              <a:rect l="l" t="t" r="r" b="b"/>
              <a:pathLst>
                <a:path w="78105" h="58103">
                  <a:moveTo>
                    <a:pt x="78105" y="52388"/>
                  </a:moveTo>
                  <a:lnTo>
                    <a:pt x="75247" y="58103"/>
                  </a:lnTo>
                  <a:lnTo>
                    <a:pt x="69532" y="53340"/>
                  </a:lnTo>
                  <a:lnTo>
                    <a:pt x="43815" y="48578"/>
                  </a:lnTo>
                  <a:lnTo>
                    <a:pt x="34290" y="48578"/>
                  </a:lnTo>
                  <a:lnTo>
                    <a:pt x="10478" y="40957"/>
                  </a:lnTo>
                  <a:lnTo>
                    <a:pt x="3810" y="37147"/>
                  </a:lnTo>
                  <a:lnTo>
                    <a:pt x="0" y="33338"/>
                  </a:lnTo>
                  <a:lnTo>
                    <a:pt x="953" y="24765"/>
                  </a:lnTo>
                  <a:lnTo>
                    <a:pt x="3810" y="19050"/>
                  </a:lnTo>
                  <a:lnTo>
                    <a:pt x="6668" y="5715"/>
                  </a:lnTo>
                  <a:lnTo>
                    <a:pt x="12382" y="0"/>
                  </a:lnTo>
                  <a:lnTo>
                    <a:pt x="22860" y="11430"/>
                  </a:lnTo>
                  <a:lnTo>
                    <a:pt x="37147" y="19050"/>
                  </a:lnTo>
                  <a:lnTo>
                    <a:pt x="43815" y="23812"/>
                  </a:lnTo>
                  <a:lnTo>
                    <a:pt x="65722" y="33338"/>
                  </a:lnTo>
                  <a:lnTo>
                    <a:pt x="74295" y="37147"/>
                  </a:lnTo>
                  <a:lnTo>
                    <a:pt x="78105" y="52388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107" name="Freeform 107"/>
            <p:cNvSpPr/>
            <p:nvPr/>
          </p:nvSpPr>
          <p:spPr>
            <a:xfrm>
              <a:off x="7900035" y="5295900"/>
              <a:ext cx="64770" cy="45720"/>
            </a:xfrm>
            <a:custGeom>
              <a:avLst/>
              <a:gdLst/>
              <a:ahLst/>
              <a:cxnLst/>
              <a:rect l="l" t="t" r="r" b="b"/>
              <a:pathLst>
                <a:path w="64770" h="45720">
                  <a:moveTo>
                    <a:pt x="64770" y="41910"/>
                  </a:moveTo>
                  <a:lnTo>
                    <a:pt x="60960" y="45720"/>
                  </a:lnTo>
                  <a:lnTo>
                    <a:pt x="54293" y="44768"/>
                  </a:lnTo>
                  <a:lnTo>
                    <a:pt x="45720" y="40005"/>
                  </a:lnTo>
                  <a:lnTo>
                    <a:pt x="36195" y="32385"/>
                  </a:lnTo>
                  <a:lnTo>
                    <a:pt x="26670" y="23812"/>
                  </a:lnTo>
                  <a:lnTo>
                    <a:pt x="12383" y="20003"/>
                  </a:lnTo>
                  <a:lnTo>
                    <a:pt x="4762" y="18097"/>
                  </a:lnTo>
                  <a:lnTo>
                    <a:pt x="0" y="17145"/>
                  </a:lnTo>
                  <a:lnTo>
                    <a:pt x="4762" y="1905"/>
                  </a:lnTo>
                  <a:lnTo>
                    <a:pt x="12383" y="0"/>
                  </a:lnTo>
                  <a:lnTo>
                    <a:pt x="41910" y="14288"/>
                  </a:lnTo>
                  <a:lnTo>
                    <a:pt x="51435" y="21907"/>
                  </a:lnTo>
                  <a:lnTo>
                    <a:pt x="64770" y="41910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108" name="Freeform 108"/>
            <p:cNvSpPr/>
            <p:nvPr/>
          </p:nvSpPr>
          <p:spPr>
            <a:xfrm>
              <a:off x="7988618" y="5337810"/>
              <a:ext cx="21907" cy="29528"/>
            </a:xfrm>
            <a:custGeom>
              <a:avLst/>
              <a:gdLst/>
              <a:ahLst/>
              <a:cxnLst/>
              <a:rect l="l" t="t" r="r" b="b"/>
              <a:pathLst>
                <a:path w="21907" h="29528">
                  <a:moveTo>
                    <a:pt x="15240" y="28575"/>
                  </a:moveTo>
                  <a:lnTo>
                    <a:pt x="12382" y="29528"/>
                  </a:lnTo>
                  <a:lnTo>
                    <a:pt x="0" y="12383"/>
                  </a:lnTo>
                  <a:lnTo>
                    <a:pt x="3810" y="2858"/>
                  </a:lnTo>
                  <a:lnTo>
                    <a:pt x="6667" y="0"/>
                  </a:lnTo>
                  <a:lnTo>
                    <a:pt x="12382" y="4762"/>
                  </a:lnTo>
                  <a:lnTo>
                    <a:pt x="18097" y="12383"/>
                  </a:lnTo>
                  <a:lnTo>
                    <a:pt x="21907" y="20003"/>
                  </a:lnTo>
                  <a:lnTo>
                    <a:pt x="15240" y="28575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109" name="Freeform 109"/>
            <p:cNvSpPr/>
            <p:nvPr/>
          </p:nvSpPr>
          <p:spPr>
            <a:xfrm>
              <a:off x="8069580" y="5294948"/>
              <a:ext cx="28575" cy="25718"/>
            </a:xfrm>
            <a:custGeom>
              <a:avLst/>
              <a:gdLst/>
              <a:ahLst/>
              <a:cxnLst/>
              <a:rect l="l" t="t" r="r" b="b"/>
              <a:pathLst>
                <a:path w="28575" h="25718">
                  <a:moveTo>
                    <a:pt x="12382" y="0"/>
                  </a:moveTo>
                  <a:lnTo>
                    <a:pt x="21907" y="5715"/>
                  </a:lnTo>
                  <a:lnTo>
                    <a:pt x="28575" y="953"/>
                  </a:lnTo>
                  <a:lnTo>
                    <a:pt x="28575" y="6668"/>
                  </a:lnTo>
                  <a:lnTo>
                    <a:pt x="27622" y="12383"/>
                  </a:lnTo>
                  <a:lnTo>
                    <a:pt x="18097" y="25718"/>
                  </a:lnTo>
                  <a:lnTo>
                    <a:pt x="3810" y="22860"/>
                  </a:lnTo>
                  <a:lnTo>
                    <a:pt x="952" y="18097"/>
                  </a:lnTo>
                  <a:lnTo>
                    <a:pt x="0" y="15240"/>
                  </a:lnTo>
                  <a:lnTo>
                    <a:pt x="2857" y="12383"/>
                  </a:lnTo>
                  <a:lnTo>
                    <a:pt x="3810" y="5715"/>
                  </a:lnTo>
                  <a:lnTo>
                    <a:pt x="9525" y="5715"/>
                  </a:lnTo>
                  <a:lnTo>
                    <a:pt x="12382" y="0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110" name="Freeform 110"/>
            <p:cNvSpPr/>
            <p:nvPr/>
          </p:nvSpPr>
          <p:spPr>
            <a:xfrm>
              <a:off x="8112442" y="5289232"/>
              <a:ext cx="58102" cy="53340"/>
            </a:xfrm>
            <a:custGeom>
              <a:avLst/>
              <a:gdLst/>
              <a:ahLst/>
              <a:cxnLst/>
              <a:rect l="l" t="t" r="r" b="b"/>
              <a:pathLst>
                <a:path w="58102" h="53340">
                  <a:moveTo>
                    <a:pt x="47625" y="0"/>
                  </a:moveTo>
                  <a:lnTo>
                    <a:pt x="47625" y="11430"/>
                  </a:lnTo>
                  <a:lnTo>
                    <a:pt x="56197" y="16193"/>
                  </a:lnTo>
                  <a:lnTo>
                    <a:pt x="58102" y="23812"/>
                  </a:lnTo>
                  <a:lnTo>
                    <a:pt x="56197" y="36195"/>
                  </a:lnTo>
                  <a:lnTo>
                    <a:pt x="49530" y="49530"/>
                  </a:lnTo>
                  <a:lnTo>
                    <a:pt x="46672" y="53340"/>
                  </a:lnTo>
                  <a:lnTo>
                    <a:pt x="35242" y="51435"/>
                  </a:lnTo>
                  <a:lnTo>
                    <a:pt x="33338" y="45720"/>
                  </a:lnTo>
                  <a:lnTo>
                    <a:pt x="31432" y="42862"/>
                  </a:lnTo>
                  <a:lnTo>
                    <a:pt x="33338" y="40005"/>
                  </a:lnTo>
                  <a:lnTo>
                    <a:pt x="25717" y="36195"/>
                  </a:lnTo>
                  <a:lnTo>
                    <a:pt x="30480" y="30480"/>
                  </a:lnTo>
                  <a:lnTo>
                    <a:pt x="27622" y="23812"/>
                  </a:lnTo>
                  <a:lnTo>
                    <a:pt x="6667" y="27623"/>
                  </a:lnTo>
                  <a:lnTo>
                    <a:pt x="952" y="28575"/>
                  </a:lnTo>
                  <a:lnTo>
                    <a:pt x="0" y="19050"/>
                  </a:lnTo>
                  <a:lnTo>
                    <a:pt x="952" y="16193"/>
                  </a:lnTo>
                  <a:lnTo>
                    <a:pt x="16192" y="5715"/>
                  </a:lnTo>
                  <a:lnTo>
                    <a:pt x="25717" y="2858"/>
                  </a:lnTo>
                  <a:lnTo>
                    <a:pt x="35242" y="5715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111" name="Freeform 111"/>
            <p:cNvSpPr/>
            <p:nvPr/>
          </p:nvSpPr>
          <p:spPr>
            <a:xfrm>
              <a:off x="8141018" y="5454015"/>
              <a:ext cx="76200" cy="47625"/>
            </a:xfrm>
            <a:custGeom>
              <a:avLst/>
              <a:gdLst/>
              <a:ahLst/>
              <a:cxnLst/>
              <a:rect l="l" t="t" r="r" b="b"/>
              <a:pathLst>
                <a:path w="76200" h="47625">
                  <a:moveTo>
                    <a:pt x="45720" y="27622"/>
                  </a:moveTo>
                  <a:lnTo>
                    <a:pt x="49530" y="29528"/>
                  </a:lnTo>
                  <a:lnTo>
                    <a:pt x="54292" y="22860"/>
                  </a:lnTo>
                  <a:lnTo>
                    <a:pt x="63817" y="32385"/>
                  </a:lnTo>
                  <a:lnTo>
                    <a:pt x="68580" y="37147"/>
                  </a:lnTo>
                  <a:lnTo>
                    <a:pt x="76200" y="41910"/>
                  </a:lnTo>
                  <a:lnTo>
                    <a:pt x="68580" y="41910"/>
                  </a:lnTo>
                  <a:lnTo>
                    <a:pt x="66675" y="47625"/>
                  </a:lnTo>
                  <a:lnTo>
                    <a:pt x="63817" y="47625"/>
                  </a:lnTo>
                  <a:lnTo>
                    <a:pt x="34290" y="32385"/>
                  </a:lnTo>
                  <a:lnTo>
                    <a:pt x="15240" y="37147"/>
                  </a:lnTo>
                  <a:lnTo>
                    <a:pt x="2857" y="32385"/>
                  </a:lnTo>
                  <a:lnTo>
                    <a:pt x="0" y="29528"/>
                  </a:lnTo>
                  <a:lnTo>
                    <a:pt x="6667" y="20955"/>
                  </a:lnTo>
                  <a:lnTo>
                    <a:pt x="12382" y="0"/>
                  </a:lnTo>
                  <a:lnTo>
                    <a:pt x="26670" y="5715"/>
                  </a:lnTo>
                  <a:lnTo>
                    <a:pt x="29527" y="11430"/>
                  </a:lnTo>
                  <a:lnTo>
                    <a:pt x="27622" y="14288"/>
                  </a:lnTo>
                  <a:lnTo>
                    <a:pt x="36195" y="17145"/>
                  </a:lnTo>
                  <a:lnTo>
                    <a:pt x="45720" y="27622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112" name="Freeform 112"/>
            <p:cNvSpPr/>
            <p:nvPr/>
          </p:nvSpPr>
          <p:spPr>
            <a:xfrm>
              <a:off x="8115300" y="5502592"/>
              <a:ext cx="44768" cy="45720"/>
            </a:xfrm>
            <a:custGeom>
              <a:avLst/>
              <a:gdLst/>
              <a:ahLst/>
              <a:cxnLst/>
              <a:rect l="l" t="t" r="r" b="b"/>
              <a:pathLst>
                <a:path w="44768" h="45720">
                  <a:moveTo>
                    <a:pt x="28575" y="0"/>
                  </a:moveTo>
                  <a:lnTo>
                    <a:pt x="42862" y="13335"/>
                  </a:lnTo>
                  <a:lnTo>
                    <a:pt x="44768" y="19050"/>
                  </a:lnTo>
                  <a:lnTo>
                    <a:pt x="38100" y="25717"/>
                  </a:lnTo>
                  <a:lnTo>
                    <a:pt x="34290" y="37147"/>
                  </a:lnTo>
                  <a:lnTo>
                    <a:pt x="31432" y="38100"/>
                  </a:lnTo>
                  <a:lnTo>
                    <a:pt x="20003" y="34290"/>
                  </a:lnTo>
                  <a:lnTo>
                    <a:pt x="13335" y="45720"/>
                  </a:lnTo>
                  <a:lnTo>
                    <a:pt x="9525" y="28575"/>
                  </a:lnTo>
                  <a:lnTo>
                    <a:pt x="0" y="18097"/>
                  </a:lnTo>
                  <a:lnTo>
                    <a:pt x="4762" y="8572"/>
                  </a:lnTo>
                  <a:lnTo>
                    <a:pt x="7620" y="6667"/>
                  </a:lnTo>
                  <a:lnTo>
                    <a:pt x="10478" y="6667"/>
                  </a:lnTo>
                  <a:lnTo>
                    <a:pt x="13335" y="9525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113" name="Freeform 113"/>
            <p:cNvSpPr/>
            <p:nvPr/>
          </p:nvSpPr>
          <p:spPr>
            <a:xfrm>
              <a:off x="8004810" y="5489258"/>
              <a:ext cx="42862" cy="20003"/>
            </a:xfrm>
            <a:custGeom>
              <a:avLst/>
              <a:gdLst/>
              <a:ahLst/>
              <a:cxnLst/>
              <a:rect l="l" t="t" r="r" b="b"/>
              <a:pathLst>
                <a:path w="42862" h="20003">
                  <a:moveTo>
                    <a:pt x="39053" y="16193"/>
                  </a:moveTo>
                  <a:lnTo>
                    <a:pt x="20955" y="20003"/>
                  </a:lnTo>
                  <a:lnTo>
                    <a:pt x="0" y="17145"/>
                  </a:lnTo>
                  <a:lnTo>
                    <a:pt x="2858" y="9525"/>
                  </a:lnTo>
                  <a:lnTo>
                    <a:pt x="12383" y="0"/>
                  </a:lnTo>
                  <a:lnTo>
                    <a:pt x="20955" y="0"/>
                  </a:lnTo>
                  <a:lnTo>
                    <a:pt x="36195" y="6668"/>
                  </a:lnTo>
                  <a:lnTo>
                    <a:pt x="42862" y="12383"/>
                  </a:lnTo>
                  <a:lnTo>
                    <a:pt x="39053" y="16193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114" name="Freeform 114"/>
            <p:cNvSpPr/>
            <p:nvPr/>
          </p:nvSpPr>
          <p:spPr>
            <a:xfrm>
              <a:off x="8569642" y="5805488"/>
              <a:ext cx="100012" cy="96203"/>
            </a:xfrm>
            <a:custGeom>
              <a:avLst/>
              <a:gdLst/>
              <a:ahLst/>
              <a:cxnLst/>
              <a:rect l="l" t="t" r="r" b="b"/>
              <a:pathLst>
                <a:path w="100012" h="96203">
                  <a:moveTo>
                    <a:pt x="88582" y="64770"/>
                  </a:moveTo>
                  <a:lnTo>
                    <a:pt x="86677" y="78105"/>
                  </a:lnTo>
                  <a:lnTo>
                    <a:pt x="83820" y="83820"/>
                  </a:lnTo>
                  <a:lnTo>
                    <a:pt x="71438" y="92393"/>
                  </a:lnTo>
                  <a:lnTo>
                    <a:pt x="68580" y="96203"/>
                  </a:lnTo>
                  <a:lnTo>
                    <a:pt x="57150" y="95250"/>
                  </a:lnTo>
                  <a:lnTo>
                    <a:pt x="56197" y="87630"/>
                  </a:lnTo>
                  <a:lnTo>
                    <a:pt x="51435" y="82868"/>
                  </a:lnTo>
                  <a:lnTo>
                    <a:pt x="40957" y="77153"/>
                  </a:lnTo>
                  <a:lnTo>
                    <a:pt x="38100" y="78105"/>
                  </a:lnTo>
                  <a:lnTo>
                    <a:pt x="35242" y="86678"/>
                  </a:lnTo>
                  <a:lnTo>
                    <a:pt x="13335" y="93345"/>
                  </a:lnTo>
                  <a:lnTo>
                    <a:pt x="6667" y="93345"/>
                  </a:lnTo>
                  <a:lnTo>
                    <a:pt x="10477" y="80962"/>
                  </a:lnTo>
                  <a:lnTo>
                    <a:pt x="4762" y="72390"/>
                  </a:lnTo>
                  <a:lnTo>
                    <a:pt x="3810" y="61912"/>
                  </a:lnTo>
                  <a:lnTo>
                    <a:pt x="3810" y="56197"/>
                  </a:lnTo>
                  <a:lnTo>
                    <a:pt x="0" y="53340"/>
                  </a:lnTo>
                  <a:lnTo>
                    <a:pt x="4762" y="45720"/>
                  </a:lnTo>
                  <a:lnTo>
                    <a:pt x="4762" y="37147"/>
                  </a:lnTo>
                  <a:lnTo>
                    <a:pt x="10477" y="27622"/>
                  </a:lnTo>
                  <a:lnTo>
                    <a:pt x="14288" y="5715"/>
                  </a:lnTo>
                  <a:lnTo>
                    <a:pt x="38100" y="0"/>
                  </a:lnTo>
                  <a:lnTo>
                    <a:pt x="41910" y="3810"/>
                  </a:lnTo>
                  <a:lnTo>
                    <a:pt x="69532" y="9525"/>
                  </a:lnTo>
                  <a:lnTo>
                    <a:pt x="90488" y="22860"/>
                  </a:lnTo>
                  <a:lnTo>
                    <a:pt x="100012" y="40957"/>
                  </a:lnTo>
                  <a:lnTo>
                    <a:pt x="88582" y="64770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115" name="Freeform 115"/>
            <p:cNvSpPr/>
            <p:nvPr/>
          </p:nvSpPr>
          <p:spPr>
            <a:xfrm>
              <a:off x="7126605" y="5245418"/>
              <a:ext cx="117157" cy="134302"/>
            </a:xfrm>
            <a:custGeom>
              <a:avLst/>
              <a:gdLst/>
              <a:ahLst/>
              <a:cxnLst/>
              <a:rect l="l" t="t" r="r" b="b"/>
              <a:pathLst>
                <a:path w="117157" h="134302">
                  <a:moveTo>
                    <a:pt x="55245" y="9525"/>
                  </a:moveTo>
                  <a:lnTo>
                    <a:pt x="85725" y="49530"/>
                  </a:lnTo>
                  <a:lnTo>
                    <a:pt x="98107" y="53340"/>
                  </a:lnTo>
                  <a:lnTo>
                    <a:pt x="113347" y="71438"/>
                  </a:lnTo>
                  <a:lnTo>
                    <a:pt x="117157" y="78105"/>
                  </a:lnTo>
                  <a:lnTo>
                    <a:pt x="113347" y="90488"/>
                  </a:lnTo>
                  <a:lnTo>
                    <a:pt x="110490" y="124777"/>
                  </a:lnTo>
                  <a:lnTo>
                    <a:pt x="101917" y="134302"/>
                  </a:lnTo>
                  <a:lnTo>
                    <a:pt x="83820" y="129540"/>
                  </a:lnTo>
                  <a:lnTo>
                    <a:pt x="82867" y="123825"/>
                  </a:lnTo>
                  <a:lnTo>
                    <a:pt x="71438" y="97155"/>
                  </a:lnTo>
                  <a:lnTo>
                    <a:pt x="52388" y="82867"/>
                  </a:lnTo>
                  <a:lnTo>
                    <a:pt x="43815" y="80962"/>
                  </a:lnTo>
                  <a:lnTo>
                    <a:pt x="40005" y="65722"/>
                  </a:lnTo>
                  <a:lnTo>
                    <a:pt x="30480" y="47625"/>
                  </a:lnTo>
                  <a:lnTo>
                    <a:pt x="0" y="15240"/>
                  </a:lnTo>
                  <a:lnTo>
                    <a:pt x="23812" y="16192"/>
                  </a:lnTo>
                  <a:lnTo>
                    <a:pt x="34290" y="7620"/>
                  </a:lnTo>
                  <a:lnTo>
                    <a:pt x="36195" y="952"/>
                  </a:lnTo>
                  <a:lnTo>
                    <a:pt x="39052" y="0"/>
                  </a:lnTo>
                  <a:lnTo>
                    <a:pt x="55245" y="9525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116" name="Freeform 116"/>
            <p:cNvSpPr/>
            <p:nvPr/>
          </p:nvSpPr>
          <p:spPr>
            <a:xfrm>
              <a:off x="7819072" y="6185535"/>
              <a:ext cx="40005" cy="25718"/>
            </a:xfrm>
            <a:custGeom>
              <a:avLst/>
              <a:gdLst/>
              <a:ahLst/>
              <a:cxnLst/>
              <a:rect l="l" t="t" r="r" b="b"/>
              <a:pathLst>
                <a:path w="40005" h="25718">
                  <a:moveTo>
                    <a:pt x="36195" y="25718"/>
                  </a:moveTo>
                  <a:lnTo>
                    <a:pt x="24765" y="25718"/>
                  </a:lnTo>
                  <a:lnTo>
                    <a:pt x="2858" y="9525"/>
                  </a:lnTo>
                  <a:lnTo>
                    <a:pt x="0" y="3810"/>
                  </a:lnTo>
                  <a:lnTo>
                    <a:pt x="5715" y="0"/>
                  </a:lnTo>
                  <a:lnTo>
                    <a:pt x="12383" y="0"/>
                  </a:lnTo>
                  <a:lnTo>
                    <a:pt x="36195" y="10478"/>
                  </a:lnTo>
                  <a:lnTo>
                    <a:pt x="40005" y="16193"/>
                  </a:lnTo>
                  <a:lnTo>
                    <a:pt x="36195" y="25718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117" name="Freeform 117"/>
            <p:cNvSpPr/>
            <p:nvPr/>
          </p:nvSpPr>
          <p:spPr>
            <a:xfrm>
              <a:off x="7553325" y="5839778"/>
              <a:ext cx="40005" cy="76200"/>
            </a:xfrm>
            <a:custGeom>
              <a:avLst/>
              <a:gdLst/>
              <a:ahLst/>
              <a:cxnLst/>
              <a:rect l="l" t="t" r="r" b="b"/>
              <a:pathLst>
                <a:path w="40005" h="76200">
                  <a:moveTo>
                    <a:pt x="33338" y="55245"/>
                  </a:moveTo>
                  <a:lnTo>
                    <a:pt x="39053" y="76200"/>
                  </a:lnTo>
                  <a:lnTo>
                    <a:pt x="23812" y="61912"/>
                  </a:lnTo>
                  <a:lnTo>
                    <a:pt x="23812" y="52388"/>
                  </a:lnTo>
                  <a:lnTo>
                    <a:pt x="20955" y="45720"/>
                  </a:lnTo>
                  <a:lnTo>
                    <a:pt x="11430" y="38100"/>
                  </a:lnTo>
                  <a:lnTo>
                    <a:pt x="4762" y="28575"/>
                  </a:lnTo>
                  <a:lnTo>
                    <a:pt x="0" y="5715"/>
                  </a:lnTo>
                  <a:lnTo>
                    <a:pt x="2857" y="953"/>
                  </a:lnTo>
                  <a:lnTo>
                    <a:pt x="8572" y="0"/>
                  </a:lnTo>
                  <a:lnTo>
                    <a:pt x="37147" y="30480"/>
                  </a:lnTo>
                  <a:lnTo>
                    <a:pt x="40005" y="36195"/>
                  </a:lnTo>
                  <a:lnTo>
                    <a:pt x="39053" y="46672"/>
                  </a:lnTo>
                  <a:lnTo>
                    <a:pt x="36195" y="49530"/>
                  </a:lnTo>
                  <a:lnTo>
                    <a:pt x="33338" y="55245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118" name="Freeform 118"/>
            <p:cNvSpPr/>
            <p:nvPr/>
          </p:nvSpPr>
          <p:spPr>
            <a:xfrm>
              <a:off x="7524750" y="5802630"/>
              <a:ext cx="33338" cy="42862"/>
            </a:xfrm>
            <a:custGeom>
              <a:avLst/>
              <a:gdLst/>
              <a:ahLst/>
              <a:cxnLst/>
              <a:rect l="l" t="t" r="r" b="b"/>
              <a:pathLst>
                <a:path w="33338" h="42862">
                  <a:moveTo>
                    <a:pt x="33338" y="31432"/>
                  </a:moveTo>
                  <a:lnTo>
                    <a:pt x="21907" y="42862"/>
                  </a:lnTo>
                  <a:lnTo>
                    <a:pt x="5715" y="42862"/>
                  </a:lnTo>
                  <a:lnTo>
                    <a:pt x="2857" y="36195"/>
                  </a:lnTo>
                  <a:lnTo>
                    <a:pt x="3810" y="19050"/>
                  </a:lnTo>
                  <a:lnTo>
                    <a:pt x="0" y="13335"/>
                  </a:lnTo>
                  <a:lnTo>
                    <a:pt x="0" y="11430"/>
                  </a:lnTo>
                  <a:lnTo>
                    <a:pt x="2857" y="2857"/>
                  </a:lnTo>
                  <a:lnTo>
                    <a:pt x="5715" y="0"/>
                  </a:lnTo>
                  <a:lnTo>
                    <a:pt x="31432" y="23812"/>
                  </a:lnTo>
                  <a:lnTo>
                    <a:pt x="33338" y="31432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119" name="Freeform 119"/>
            <p:cNvSpPr/>
            <p:nvPr/>
          </p:nvSpPr>
          <p:spPr>
            <a:xfrm>
              <a:off x="7465695" y="5735002"/>
              <a:ext cx="41910" cy="48578"/>
            </a:xfrm>
            <a:custGeom>
              <a:avLst/>
              <a:gdLst/>
              <a:ahLst/>
              <a:cxnLst/>
              <a:rect l="l" t="t" r="r" b="b"/>
              <a:pathLst>
                <a:path w="41910" h="48578">
                  <a:moveTo>
                    <a:pt x="40958" y="43815"/>
                  </a:moveTo>
                  <a:lnTo>
                    <a:pt x="41910" y="48578"/>
                  </a:lnTo>
                  <a:lnTo>
                    <a:pt x="20003" y="36195"/>
                  </a:lnTo>
                  <a:lnTo>
                    <a:pt x="9525" y="33338"/>
                  </a:lnTo>
                  <a:lnTo>
                    <a:pt x="0" y="19050"/>
                  </a:lnTo>
                  <a:lnTo>
                    <a:pt x="2858" y="14288"/>
                  </a:lnTo>
                  <a:lnTo>
                    <a:pt x="2858" y="4762"/>
                  </a:lnTo>
                  <a:lnTo>
                    <a:pt x="3810" y="1905"/>
                  </a:lnTo>
                  <a:lnTo>
                    <a:pt x="10478" y="0"/>
                  </a:lnTo>
                  <a:lnTo>
                    <a:pt x="20003" y="5715"/>
                  </a:lnTo>
                  <a:lnTo>
                    <a:pt x="25718" y="21907"/>
                  </a:lnTo>
                  <a:lnTo>
                    <a:pt x="38100" y="36195"/>
                  </a:lnTo>
                  <a:lnTo>
                    <a:pt x="40958" y="43815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120" name="Freeform 120"/>
            <p:cNvSpPr/>
            <p:nvPr/>
          </p:nvSpPr>
          <p:spPr>
            <a:xfrm>
              <a:off x="7336155" y="5583555"/>
              <a:ext cx="92392" cy="119062"/>
            </a:xfrm>
            <a:custGeom>
              <a:avLst/>
              <a:gdLst/>
              <a:ahLst/>
              <a:cxnLst/>
              <a:rect l="l" t="t" r="r" b="b"/>
              <a:pathLst>
                <a:path w="92392" h="119062">
                  <a:moveTo>
                    <a:pt x="77152" y="119062"/>
                  </a:moveTo>
                  <a:lnTo>
                    <a:pt x="64770" y="119062"/>
                  </a:lnTo>
                  <a:lnTo>
                    <a:pt x="37147" y="101917"/>
                  </a:lnTo>
                  <a:lnTo>
                    <a:pt x="31432" y="95250"/>
                  </a:lnTo>
                  <a:lnTo>
                    <a:pt x="30480" y="85725"/>
                  </a:lnTo>
                  <a:lnTo>
                    <a:pt x="3810" y="46672"/>
                  </a:lnTo>
                  <a:lnTo>
                    <a:pt x="0" y="39052"/>
                  </a:lnTo>
                  <a:lnTo>
                    <a:pt x="10477" y="6667"/>
                  </a:lnTo>
                  <a:lnTo>
                    <a:pt x="37147" y="0"/>
                  </a:lnTo>
                  <a:lnTo>
                    <a:pt x="45720" y="4762"/>
                  </a:lnTo>
                  <a:lnTo>
                    <a:pt x="49530" y="20002"/>
                  </a:lnTo>
                  <a:lnTo>
                    <a:pt x="62865" y="44767"/>
                  </a:lnTo>
                  <a:lnTo>
                    <a:pt x="68580" y="58102"/>
                  </a:lnTo>
                  <a:lnTo>
                    <a:pt x="72390" y="63817"/>
                  </a:lnTo>
                  <a:lnTo>
                    <a:pt x="74295" y="69532"/>
                  </a:lnTo>
                  <a:lnTo>
                    <a:pt x="72390" y="71438"/>
                  </a:lnTo>
                  <a:lnTo>
                    <a:pt x="83820" y="88582"/>
                  </a:lnTo>
                  <a:lnTo>
                    <a:pt x="92392" y="98107"/>
                  </a:lnTo>
                  <a:lnTo>
                    <a:pt x="92392" y="113347"/>
                  </a:lnTo>
                  <a:lnTo>
                    <a:pt x="77152" y="119062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121" name="Freeform 121"/>
            <p:cNvSpPr/>
            <p:nvPr/>
          </p:nvSpPr>
          <p:spPr>
            <a:xfrm>
              <a:off x="7296150" y="5455920"/>
              <a:ext cx="33338" cy="80962"/>
            </a:xfrm>
            <a:custGeom>
              <a:avLst/>
              <a:gdLst/>
              <a:ahLst/>
              <a:cxnLst/>
              <a:rect l="l" t="t" r="r" b="b"/>
              <a:pathLst>
                <a:path w="33338" h="80962">
                  <a:moveTo>
                    <a:pt x="20955" y="74295"/>
                  </a:moveTo>
                  <a:lnTo>
                    <a:pt x="12382" y="80962"/>
                  </a:lnTo>
                  <a:lnTo>
                    <a:pt x="0" y="74295"/>
                  </a:lnTo>
                  <a:lnTo>
                    <a:pt x="3810" y="65723"/>
                  </a:lnTo>
                  <a:lnTo>
                    <a:pt x="5715" y="53340"/>
                  </a:lnTo>
                  <a:lnTo>
                    <a:pt x="13335" y="43815"/>
                  </a:lnTo>
                  <a:lnTo>
                    <a:pt x="16193" y="33338"/>
                  </a:lnTo>
                  <a:lnTo>
                    <a:pt x="953" y="953"/>
                  </a:lnTo>
                  <a:lnTo>
                    <a:pt x="8572" y="0"/>
                  </a:lnTo>
                  <a:lnTo>
                    <a:pt x="15240" y="3810"/>
                  </a:lnTo>
                  <a:lnTo>
                    <a:pt x="23812" y="24765"/>
                  </a:lnTo>
                  <a:lnTo>
                    <a:pt x="33338" y="37148"/>
                  </a:lnTo>
                  <a:lnTo>
                    <a:pt x="28575" y="53340"/>
                  </a:lnTo>
                  <a:lnTo>
                    <a:pt x="20955" y="74295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122" name="Freeform 122"/>
            <p:cNvSpPr/>
            <p:nvPr/>
          </p:nvSpPr>
          <p:spPr>
            <a:xfrm>
              <a:off x="7131368" y="5150168"/>
              <a:ext cx="31432" cy="24765"/>
            </a:xfrm>
            <a:custGeom>
              <a:avLst/>
              <a:gdLst/>
              <a:ahLst/>
              <a:cxnLst/>
              <a:rect l="l" t="t" r="r" b="b"/>
              <a:pathLst>
                <a:path w="31432" h="24765">
                  <a:moveTo>
                    <a:pt x="31432" y="20955"/>
                  </a:moveTo>
                  <a:lnTo>
                    <a:pt x="29527" y="24765"/>
                  </a:lnTo>
                  <a:lnTo>
                    <a:pt x="14288" y="9525"/>
                  </a:lnTo>
                  <a:lnTo>
                    <a:pt x="0" y="1905"/>
                  </a:lnTo>
                  <a:lnTo>
                    <a:pt x="6667" y="0"/>
                  </a:lnTo>
                  <a:lnTo>
                    <a:pt x="19050" y="1905"/>
                  </a:lnTo>
                  <a:lnTo>
                    <a:pt x="24765" y="3810"/>
                  </a:lnTo>
                  <a:lnTo>
                    <a:pt x="29527" y="11430"/>
                  </a:lnTo>
                  <a:lnTo>
                    <a:pt x="31432" y="20955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123" name="Freeform 123"/>
            <p:cNvSpPr/>
            <p:nvPr/>
          </p:nvSpPr>
          <p:spPr>
            <a:xfrm>
              <a:off x="6939915" y="5054918"/>
              <a:ext cx="101917" cy="79057"/>
            </a:xfrm>
            <a:custGeom>
              <a:avLst/>
              <a:gdLst/>
              <a:ahLst/>
              <a:cxnLst/>
              <a:rect l="l" t="t" r="r" b="b"/>
              <a:pathLst>
                <a:path w="101917" h="79057">
                  <a:moveTo>
                    <a:pt x="101917" y="77152"/>
                  </a:moveTo>
                  <a:lnTo>
                    <a:pt x="93345" y="79057"/>
                  </a:lnTo>
                  <a:lnTo>
                    <a:pt x="84772" y="76200"/>
                  </a:lnTo>
                  <a:lnTo>
                    <a:pt x="78105" y="67627"/>
                  </a:lnTo>
                  <a:lnTo>
                    <a:pt x="40957" y="44767"/>
                  </a:lnTo>
                  <a:lnTo>
                    <a:pt x="30480" y="44767"/>
                  </a:lnTo>
                  <a:lnTo>
                    <a:pt x="21907" y="39052"/>
                  </a:lnTo>
                  <a:lnTo>
                    <a:pt x="12382" y="37147"/>
                  </a:lnTo>
                  <a:lnTo>
                    <a:pt x="953" y="20955"/>
                  </a:lnTo>
                  <a:lnTo>
                    <a:pt x="0" y="12382"/>
                  </a:lnTo>
                  <a:lnTo>
                    <a:pt x="6667" y="10477"/>
                  </a:lnTo>
                  <a:lnTo>
                    <a:pt x="12382" y="0"/>
                  </a:lnTo>
                  <a:lnTo>
                    <a:pt x="24765" y="4762"/>
                  </a:lnTo>
                  <a:lnTo>
                    <a:pt x="38100" y="20002"/>
                  </a:lnTo>
                  <a:lnTo>
                    <a:pt x="52388" y="24765"/>
                  </a:lnTo>
                  <a:lnTo>
                    <a:pt x="56197" y="27622"/>
                  </a:lnTo>
                  <a:lnTo>
                    <a:pt x="62865" y="36195"/>
                  </a:lnTo>
                  <a:lnTo>
                    <a:pt x="96203" y="57150"/>
                  </a:lnTo>
                  <a:lnTo>
                    <a:pt x="99060" y="61912"/>
                  </a:lnTo>
                  <a:lnTo>
                    <a:pt x="101917" y="69532"/>
                  </a:lnTo>
                  <a:lnTo>
                    <a:pt x="101917" y="77152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124" name="Freeform 124"/>
            <p:cNvSpPr/>
            <p:nvPr/>
          </p:nvSpPr>
          <p:spPr>
            <a:xfrm>
              <a:off x="9083992" y="5075872"/>
              <a:ext cx="12382" cy="51435"/>
            </a:xfrm>
            <a:custGeom>
              <a:avLst/>
              <a:gdLst/>
              <a:ahLst/>
              <a:cxnLst/>
              <a:rect l="l" t="t" r="r" b="b"/>
              <a:pathLst>
                <a:path w="12382" h="51435">
                  <a:moveTo>
                    <a:pt x="12382" y="48578"/>
                  </a:moveTo>
                  <a:lnTo>
                    <a:pt x="8572" y="51435"/>
                  </a:lnTo>
                  <a:lnTo>
                    <a:pt x="952" y="45720"/>
                  </a:lnTo>
                  <a:lnTo>
                    <a:pt x="0" y="3810"/>
                  </a:lnTo>
                  <a:lnTo>
                    <a:pt x="3810" y="0"/>
                  </a:lnTo>
                  <a:lnTo>
                    <a:pt x="6667" y="1905"/>
                  </a:lnTo>
                  <a:lnTo>
                    <a:pt x="11430" y="8572"/>
                  </a:lnTo>
                  <a:lnTo>
                    <a:pt x="11430" y="26670"/>
                  </a:lnTo>
                  <a:lnTo>
                    <a:pt x="11430" y="42862"/>
                  </a:lnTo>
                  <a:lnTo>
                    <a:pt x="12382" y="48578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125" name="Freeform 125"/>
            <p:cNvSpPr/>
            <p:nvPr/>
          </p:nvSpPr>
          <p:spPr>
            <a:xfrm>
              <a:off x="9876472" y="4445318"/>
              <a:ext cx="30480" cy="33338"/>
            </a:xfrm>
            <a:custGeom>
              <a:avLst/>
              <a:gdLst/>
              <a:ahLst/>
              <a:cxnLst/>
              <a:rect l="l" t="t" r="r" b="b"/>
              <a:pathLst>
                <a:path w="30480" h="33338">
                  <a:moveTo>
                    <a:pt x="11430" y="24765"/>
                  </a:moveTo>
                  <a:lnTo>
                    <a:pt x="2857" y="33338"/>
                  </a:lnTo>
                  <a:lnTo>
                    <a:pt x="0" y="23812"/>
                  </a:lnTo>
                  <a:lnTo>
                    <a:pt x="0" y="12383"/>
                  </a:lnTo>
                  <a:lnTo>
                    <a:pt x="12382" y="1905"/>
                  </a:lnTo>
                  <a:lnTo>
                    <a:pt x="29527" y="0"/>
                  </a:lnTo>
                  <a:lnTo>
                    <a:pt x="30480" y="8573"/>
                  </a:lnTo>
                  <a:lnTo>
                    <a:pt x="29527" y="18098"/>
                  </a:lnTo>
                  <a:lnTo>
                    <a:pt x="24765" y="23812"/>
                  </a:lnTo>
                  <a:lnTo>
                    <a:pt x="11430" y="24765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126" name="Freeform 126"/>
            <p:cNvSpPr/>
            <p:nvPr/>
          </p:nvSpPr>
          <p:spPr>
            <a:xfrm>
              <a:off x="10843260" y="2072640"/>
              <a:ext cx="34290" cy="34290"/>
            </a:xfrm>
            <a:custGeom>
              <a:avLst/>
              <a:gdLst/>
              <a:ahLst/>
              <a:cxnLst/>
              <a:rect l="l" t="t" r="r" b="b"/>
              <a:pathLst>
                <a:path w="34290" h="34290">
                  <a:moveTo>
                    <a:pt x="28575" y="9525"/>
                  </a:moveTo>
                  <a:lnTo>
                    <a:pt x="21907" y="31433"/>
                  </a:lnTo>
                  <a:lnTo>
                    <a:pt x="15240" y="34290"/>
                  </a:lnTo>
                  <a:lnTo>
                    <a:pt x="6667" y="33338"/>
                  </a:lnTo>
                  <a:lnTo>
                    <a:pt x="0" y="20955"/>
                  </a:lnTo>
                  <a:lnTo>
                    <a:pt x="4762" y="16193"/>
                  </a:lnTo>
                  <a:lnTo>
                    <a:pt x="12382" y="19050"/>
                  </a:lnTo>
                  <a:lnTo>
                    <a:pt x="17145" y="18098"/>
                  </a:lnTo>
                  <a:lnTo>
                    <a:pt x="29527" y="0"/>
                  </a:lnTo>
                  <a:lnTo>
                    <a:pt x="34290" y="2858"/>
                  </a:lnTo>
                  <a:lnTo>
                    <a:pt x="28575" y="9525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127" name="Freeform 127"/>
            <p:cNvSpPr/>
            <p:nvPr/>
          </p:nvSpPr>
          <p:spPr>
            <a:xfrm>
              <a:off x="10788015" y="2097405"/>
              <a:ext cx="35243" cy="19050"/>
            </a:xfrm>
            <a:custGeom>
              <a:avLst/>
              <a:gdLst/>
              <a:ahLst/>
              <a:cxnLst/>
              <a:rect l="l" t="t" r="r" b="b"/>
              <a:pathLst>
                <a:path w="35243" h="19050">
                  <a:moveTo>
                    <a:pt x="28575" y="18098"/>
                  </a:moveTo>
                  <a:lnTo>
                    <a:pt x="20955" y="19050"/>
                  </a:lnTo>
                  <a:lnTo>
                    <a:pt x="9525" y="18098"/>
                  </a:lnTo>
                  <a:lnTo>
                    <a:pt x="0" y="16193"/>
                  </a:lnTo>
                  <a:lnTo>
                    <a:pt x="0" y="12383"/>
                  </a:lnTo>
                  <a:lnTo>
                    <a:pt x="9525" y="8573"/>
                  </a:lnTo>
                  <a:lnTo>
                    <a:pt x="9525" y="2858"/>
                  </a:lnTo>
                  <a:lnTo>
                    <a:pt x="12383" y="0"/>
                  </a:lnTo>
                  <a:lnTo>
                    <a:pt x="35243" y="6668"/>
                  </a:lnTo>
                  <a:lnTo>
                    <a:pt x="34290" y="12383"/>
                  </a:lnTo>
                  <a:lnTo>
                    <a:pt x="28575" y="18098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128" name="Freeform 128"/>
            <p:cNvSpPr/>
            <p:nvPr/>
          </p:nvSpPr>
          <p:spPr>
            <a:xfrm>
              <a:off x="11334750" y="1757362"/>
              <a:ext cx="93345" cy="108585"/>
            </a:xfrm>
            <a:custGeom>
              <a:avLst/>
              <a:gdLst/>
              <a:ahLst/>
              <a:cxnLst/>
              <a:rect l="l" t="t" r="r" b="b"/>
              <a:pathLst>
                <a:path w="93345" h="108585">
                  <a:moveTo>
                    <a:pt x="83820" y="31433"/>
                  </a:moveTo>
                  <a:lnTo>
                    <a:pt x="69532" y="37148"/>
                  </a:lnTo>
                  <a:lnTo>
                    <a:pt x="65723" y="45720"/>
                  </a:lnTo>
                  <a:lnTo>
                    <a:pt x="53340" y="48577"/>
                  </a:lnTo>
                  <a:lnTo>
                    <a:pt x="40957" y="58102"/>
                  </a:lnTo>
                  <a:lnTo>
                    <a:pt x="29527" y="60960"/>
                  </a:lnTo>
                  <a:lnTo>
                    <a:pt x="29527" y="68580"/>
                  </a:lnTo>
                  <a:lnTo>
                    <a:pt x="34290" y="76200"/>
                  </a:lnTo>
                  <a:lnTo>
                    <a:pt x="26670" y="77152"/>
                  </a:lnTo>
                  <a:lnTo>
                    <a:pt x="19050" y="85725"/>
                  </a:lnTo>
                  <a:lnTo>
                    <a:pt x="19050" y="92392"/>
                  </a:lnTo>
                  <a:lnTo>
                    <a:pt x="21907" y="98108"/>
                  </a:lnTo>
                  <a:lnTo>
                    <a:pt x="20002" y="100965"/>
                  </a:lnTo>
                  <a:lnTo>
                    <a:pt x="10477" y="107633"/>
                  </a:lnTo>
                  <a:lnTo>
                    <a:pt x="0" y="108585"/>
                  </a:lnTo>
                  <a:lnTo>
                    <a:pt x="0" y="99060"/>
                  </a:lnTo>
                  <a:lnTo>
                    <a:pt x="952" y="94298"/>
                  </a:lnTo>
                  <a:lnTo>
                    <a:pt x="10477" y="79058"/>
                  </a:lnTo>
                  <a:lnTo>
                    <a:pt x="10477" y="61912"/>
                  </a:lnTo>
                  <a:lnTo>
                    <a:pt x="20002" y="59055"/>
                  </a:lnTo>
                  <a:lnTo>
                    <a:pt x="22860" y="56198"/>
                  </a:lnTo>
                  <a:lnTo>
                    <a:pt x="38100" y="43815"/>
                  </a:lnTo>
                  <a:lnTo>
                    <a:pt x="40957" y="40005"/>
                  </a:lnTo>
                  <a:lnTo>
                    <a:pt x="32385" y="34290"/>
                  </a:lnTo>
                  <a:lnTo>
                    <a:pt x="32385" y="29527"/>
                  </a:lnTo>
                  <a:lnTo>
                    <a:pt x="35243" y="26670"/>
                  </a:lnTo>
                  <a:lnTo>
                    <a:pt x="46673" y="27623"/>
                  </a:lnTo>
                  <a:lnTo>
                    <a:pt x="51435" y="31433"/>
                  </a:lnTo>
                  <a:lnTo>
                    <a:pt x="54293" y="33338"/>
                  </a:lnTo>
                  <a:lnTo>
                    <a:pt x="61912" y="29527"/>
                  </a:lnTo>
                  <a:lnTo>
                    <a:pt x="63818" y="23812"/>
                  </a:lnTo>
                  <a:lnTo>
                    <a:pt x="78105" y="11430"/>
                  </a:lnTo>
                  <a:lnTo>
                    <a:pt x="83820" y="0"/>
                  </a:lnTo>
                  <a:lnTo>
                    <a:pt x="93345" y="9525"/>
                  </a:lnTo>
                  <a:lnTo>
                    <a:pt x="90488" y="21908"/>
                  </a:lnTo>
                  <a:lnTo>
                    <a:pt x="83820" y="31433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129" name="Freeform 129"/>
            <p:cNvSpPr/>
            <p:nvPr/>
          </p:nvSpPr>
          <p:spPr>
            <a:xfrm>
              <a:off x="11503342" y="1615440"/>
              <a:ext cx="19050" cy="29527"/>
            </a:xfrm>
            <a:custGeom>
              <a:avLst/>
              <a:gdLst/>
              <a:ahLst/>
              <a:cxnLst/>
              <a:rect l="l" t="t" r="r" b="b"/>
              <a:pathLst>
                <a:path w="19050" h="29527">
                  <a:moveTo>
                    <a:pt x="17145" y="26670"/>
                  </a:moveTo>
                  <a:lnTo>
                    <a:pt x="11430" y="29527"/>
                  </a:lnTo>
                  <a:lnTo>
                    <a:pt x="2857" y="24765"/>
                  </a:lnTo>
                  <a:lnTo>
                    <a:pt x="0" y="10477"/>
                  </a:lnTo>
                  <a:lnTo>
                    <a:pt x="4762" y="1905"/>
                  </a:lnTo>
                  <a:lnTo>
                    <a:pt x="9525" y="0"/>
                  </a:lnTo>
                  <a:lnTo>
                    <a:pt x="15240" y="14288"/>
                  </a:lnTo>
                  <a:lnTo>
                    <a:pt x="19050" y="20002"/>
                  </a:lnTo>
                  <a:lnTo>
                    <a:pt x="17145" y="26670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130" name="Freeform 130"/>
            <p:cNvSpPr/>
            <p:nvPr/>
          </p:nvSpPr>
          <p:spPr>
            <a:xfrm>
              <a:off x="11542395" y="1531620"/>
              <a:ext cx="75248" cy="54292"/>
            </a:xfrm>
            <a:custGeom>
              <a:avLst/>
              <a:gdLst/>
              <a:ahLst/>
              <a:cxnLst/>
              <a:rect l="l" t="t" r="r" b="b"/>
              <a:pathLst>
                <a:path w="75248" h="54292">
                  <a:moveTo>
                    <a:pt x="40005" y="42862"/>
                  </a:moveTo>
                  <a:lnTo>
                    <a:pt x="28575" y="54292"/>
                  </a:lnTo>
                  <a:lnTo>
                    <a:pt x="16193" y="44767"/>
                  </a:lnTo>
                  <a:lnTo>
                    <a:pt x="0" y="37147"/>
                  </a:lnTo>
                  <a:lnTo>
                    <a:pt x="7620" y="36195"/>
                  </a:lnTo>
                  <a:lnTo>
                    <a:pt x="12382" y="33338"/>
                  </a:lnTo>
                  <a:lnTo>
                    <a:pt x="12382" y="29527"/>
                  </a:lnTo>
                  <a:lnTo>
                    <a:pt x="21907" y="21907"/>
                  </a:lnTo>
                  <a:lnTo>
                    <a:pt x="41910" y="18097"/>
                  </a:lnTo>
                  <a:lnTo>
                    <a:pt x="47625" y="17145"/>
                  </a:lnTo>
                  <a:lnTo>
                    <a:pt x="55245" y="12382"/>
                  </a:lnTo>
                  <a:lnTo>
                    <a:pt x="57150" y="8572"/>
                  </a:lnTo>
                  <a:lnTo>
                    <a:pt x="60007" y="5715"/>
                  </a:lnTo>
                  <a:lnTo>
                    <a:pt x="72390" y="0"/>
                  </a:lnTo>
                  <a:lnTo>
                    <a:pt x="75248" y="6667"/>
                  </a:lnTo>
                  <a:lnTo>
                    <a:pt x="75248" y="12382"/>
                  </a:lnTo>
                  <a:lnTo>
                    <a:pt x="65723" y="15240"/>
                  </a:lnTo>
                  <a:lnTo>
                    <a:pt x="56198" y="21907"/>
                  </a:lnTo>
                  <a:lnTo>
                    <a:pt x="47625" y="30480"/>
                  </a:lnTo>
                  <a:lnTo>
                    <a:pt x="40957" y="34290"/>
                  </a:lnTo>
                  <a:lnTo>
                    <a:pt x="38100" y="37147"/>
                  </a:lnTo>
                  <a:lnTo>
                    <a:pt x="40005" y="42862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131" name="Freeform 131"/>
            <p:cNvSpPr/>
            <p:nvPr/>
          </p:nvSpPr>
          <p:spPr>
            <a:xfrm>
              <a:off x="11710988" y="1263968"/>
              <a:ext cx="23812" cy="31433"/>
            </a:xfrm>
            <a:custGeom>
              <a:avLst/>
              <a:gdLst/>
              <a:ahLst/>
              <a:cxnLst/>
              <a:rect l="l" t="t" r="r" b="b"/>
              <a:pathLst>
                <a:path w="23812" h="31433">
                  <a:moveTo>
                    <a:pt x="23812" y="29528"/>
                  </a:moveTo>
                  <a:lnTo>
                    <a:pt x="17145" y="31433"/>
                  </a:lnTo>
                  <a:lnTo>
                    <a:pt x="8573" y="28575"/>
                  </a:lnTo>
                  <a:lnTo>
                    <a:pt x="0" y="10478"/>
                  </a:lnTo>
                  <a:lnTo>
                    <a:pt x="15240" y="0"/>
                  </a:lnTo>
                  <a:lnTo>
                    <a:pt x="23812" y="3810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132" name="Freeform 132"/>
            <p:cNvSpPr/>
            <p:nvPr/>
          </p:nvSpPr>
          <p:spPr>
            <a:xfrm>
              <a:off x="10552748" y="1308735"/>
              <a:ext cx="47625" cy="27623"/>
            </a:xfrm>
            <a:custGeom>
              <a:avLst/>
              <a:gdLst/>
              <a:ahLst/>
              <a:cxnLst/>
              <a:rect l="l" t="t" r="r" b="b"/>
              <a:pathLst>
                <a:path w="47625" h="27623">
                  <a:moveTo>
                    <a:pt x="44767" y="24765"/>
                  </a:moveTo>
                  <a:lnTo>
                    <a:pt x="42862" y="27623"/>
                  </a:lnTo>
                  <a:lnTo>
                    <a:pt x="25717" y="19050"/>
                  </a:lnTo>
                  <a:lnTo>
                    <a:pt x="7620" y="18098"/>
                  </a:lnTo>
                  <a:lnTo>
                    <a:pt x="952" y="11430"/>
                  </a:lnTo>
                  <a:lnTo>
                    <a:pt x="0" y="0"/>
                  </a:lnTo>
                  <a:lnTo>
                    <a:pt x="19050" y="0"/>
                  </a:lnTo>
                  <a:lnTo>
                    <a:pt x="42862" y="9525"/>
                  </a:lnTo>
                  <a:lnTo>
                    <a:pt x="47625" y="15240"/>
                  </a:lnTo>
                  <a:lnTo>
                    <a:pt x="44767" y="24765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133" name="Freeform 133"/>
            <p:cNvSpPr/>
            <p:nvPr/>
          </p:nvSpPr>
          <p:spPr>
            <a:xfrm>
              <a:off x="10240328" y="1926908"/>
              <a:ext cx="19050" cy="33338"/>
            </a:xfrm>
            <a:custGeom>
              <a:avLst/>
              <a:gdLst/>
              <a:ahLst/>
              <a:cxnLst/>
              <a:rect l="l" t="t" r="r" b="b"/>
              <a:pathLst>
                <a:path w="19050" h="33338">
                  <a:moveTo>
                    <a:pt x="16193" y="25717"/>
                  </a:moveTo>
                  <a:lnTo>
                    <a:pt x="6668" y="33338"/>
                  </a:lnTo>
                  <a:lnTo>
                    <a:pt x="0" y="30480"/>
                  </a:lnTo>
                  <a:lnTo>
                    <a:pt x="0" y="20955"/>
                  </a:lnTo>
                  <a:lnTo>
                    <a:pt x="2858" y="13335"/>
                  </a:lnTo>
                  <a:lnTo>
                    <a:pt x="0" y="8572"/>
                  </a:lnTo>
                  <a:lnTo>
                    <a:pt x="2858" y="952"/>
                  </a:lnTo>
                  <a:lnTo>
                    <a:pt x="10478" y="0"/>
                  </a:lnTo>
                  <a:lnTo>
                    <a:pt x="13335" y="3810"/>
                  </a:lnTo>
                  <a:lnTo>
                    <a:pt x="18098" y="5715"/>
                  </a:lnTo>
                  <a:lnTo>
                    <a:pt x="19050" y="8572"/>
                  </a:lnTo>
                  <a:lnTo>
                    <a:pt x="19050" y="12382"/>
                  </a:lnTo>
                  <a:lnTo>
                    <a:pt x="15240" y="19050"/>
                  </a:lnTo>
                  <a:lnTo>
                    <a:pt x="18098" y="23812"/>
                  </a:lnTo>
                  <a:lnTo>
                    <a:pt x="16193" y="25717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134" name="Freeform 134"/>
            <p:cNvSpPr/>
            <p:nvPr/>
          </p:nvSpPr>
          <p:spPr>
            <a:xfrm>
              <a:off x="8941118" y="2554605"/>
              <a:ext cx="38100" cy="16192"/>
            </a:xfrm>
            <a:custGeom>
              <a:avLst/>
              <a:gdLst/>
              <a:ahLst/>
              <a:cxnLst/>
              <a:rect l="l" t="t" r="r" b="b"/>
              <a:pathLst>
                <a:path w="38100" h="16192">
                  <a:moveTo>
                    <a:pt x="17145" y="0"/>
                  </a:moveTo>
                  <a:lnTo>
                    <a:pt x="21907" y="3810"/>
                  </a:lnTo>
                  <a:lnTo>
                    <a:pt x="35242" y="953"/>
                  </a:lnTo>
                  <a:lnTo>
                    <a:pt x="38100" y="6667"/>
                  </a:lnTo>
                  <a:lnTo>
                    <a:pt x="38100" y="9525"/>
                  </a:lnTo>
                  <a:lnTo>
                    <a:pt x="32385" y="16192"/>
                  </a:lnTo>
                  <a:lnTo>
                    <a:pt x="21907" y="10478"/>
                  </a:lnTo>
                  <a:lnTo>
                    <a:pt x="10477" y="12383"/>
                  </a:lnTo>
                  <a:lnTo>
                    <a:pt x="2857" y="12383"/>
                  </a:lnTo>
                  <a:lnTo>
                    <a:pt x="0" y="8573"/>
                  </a:lnTo>
                  <a:lnTo>
                    <a:pt x="6667" y="2858"/>
                  </a:lnTo>
                  <a:lnTo>
                    <a:pt x="17145" y="0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135" name="Freeform 135"/>
            <p:cNvSpPr/>
            <p:nvPr/>
          </p:nvSpPr>
          <p:spPr>
            <a:xfrm>
              <a:off x="8058150" y="4021455"/>
              <a:ext cx="32385" cy="55245"/>
            </a:xfrm>
            <a:custGeom>
              <a:avLst/>
              <a:gdLst/>
              <a:ahLst/>
              <a:cxnLst/>
              <a:rect l="l" t="t" r="r" b="b"/>
              <a:pathLst>
                <a:path w="32385" h="55245">
                  <a:moveTo>
                    <a:pt x="29528" y="5715"/>
                  </a:moveTo>
                  <a:lnTo>
                    <a:pt x="32385" y="12383"/>
                  </a:lnTo>
                  <a:lnTo>
                    <a:pt x="32385" y="27623"/>
                  </a:lnTo>
                  <a:lnTo>
                    <a:pt x="26670" y="43815"/>
                  </a:lnTo>
                  <a:lnTo>
                    <a:pt x="27622" y="51435"/>
                  </a:lnTo>
                  <a:lnTo>
                    <a:pt x="23812" y="55245"/>
                  </a:lnTo>
                  <a:lnTo>
                    <a:pt x="14288" y="26670"/>
                  </a:lnTo>
                  <a:lnTo>
                    <a:pt x="2857" y="12383"/>
                  </a:lnTo>
                  <a:lnTo>
                    <a:pt x="0" y="8573"/>
                  </a:lnTo>
                  <a:lnTo>
                    <a:pt x="7620" y="8573"/>
                  </a:lnTo>
                  <a:lnTo>
                    <a:pt x="20003" y="0"/>
                  </a:lnTo>
                  <a:lnTo>
                    <a:pt x="24765" y="0"/>
                  </a:lnTo>
                  <a:lnTo>
                    <a:pt x="29528" y="5715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136" name="Freeform 136"/>
            <p:cNvSpPr/>
            <p:nvPr/>
          </p:nvSpPr>
          <p:spPr>
            <a:xfrm>
              <a:off x="8031480" y="5257800"/>
              <a:ext cx="47625" cy="24765"/>
            </a:xfrm>
            <a:custGeom>
              <a:avLst/>
              <a:gdLst/>
              <a:ahLst/>
              <a:cxnLst/>
              <a:rect l="l" t="t" r="r" b="b"/>
              <a:pathLst>
                <a:path w="47625" h="24765">
                  <a:moveTo>
                    <a:pt x="43815" y="16193"/>
                  </a:moveTo>
                  <a:lnTo>
                    <a:pt x="22860" y="24765"/>
                  </a:lnTo>
                  <a:lnTo>
                    <a:pt x="0" y="16193"/>
                  </a:lnTo>
                  <a:lnTo>
                    <a:pt x="6667" y="3810"/>
                  </a:lnTo>
                  <a:lnTo>
                    <a:pt x="22860" y="0"/>
                  </a:lnTo>
                  <a:lnTo>
                    <a:pt x="35242" y="3810"/>
                  </a:lnTo>
                  <a:lnTo>
                    <a:pt x="41910" y="7620"/>
                  </a:lnTo>
                  <a:lnTo>
                    <a:pt x="47625" y="10478"/>
                  </a:lnTo>
                  <a:lnTo>
                    <a:pt x="43815" y="16193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137" name="Freeform 137"/>
            <p:cNvSpPr/>
            <p:nvPr/>
          </p:nvSpPr>
          <p:spPr>
            <a:xfrm>
              <a:off x="7480935" y="4566285"/>
              <a:ext cx="37147" cy="29528"/>
            </a:xfrm>
            <a:custGeom>
              <a:avLst/>
              <a:gdLst/>
              <a:ahLst/>
              <a:cxnLst/>
              <a:rect l="l" t="t" r="r" b="b"/>
              <a:pathLst>
                <a:path w="37147" h="29528">
                  <a:moveTo>
                    <a:pt x="26670" y="0"/>
                  </a:moveTo>
                  <a:lnTo>
                    <a:pt x="37147" y="15240"/>
                  </a:lnTo>
                  <a:lnTo>
                    <a:pt x="31433" y="22860"/>
                  </a:lnTo>
                  <a:lnTo>
                    <a:pt x="29528" y="23812"/>
                  </a:lnTo>
                  <a:lnTo>
                    <a:pt x="22860" y="22860"/>
                  </a:lnTo>
                  <a:lnTo>
                    <a:pt x="17145" y="27623"/>
                  </a:lnTo>
                  <a:lnTo>
                    <a:pt x="12383" y="29528"/>
                  </a:lnTo>
                  <a:lnTo>
                    <a:pt x="6668" y="18098"/>
                  </a:lnTo>
                  <a:lnTo>
                    <a:pt x="953" y="14288"/>
                  </a:lnTo>
                  <a:lnTo>
                    <a:pt x="0" y="7620"/>
                  </a:lnTo>
                  <a:lnTo>
                    <a:pt x="7620" y="5715"/>
                  </a:lnTo>
                  <a:lnTo>
                    <a:pt x="13335" y="8573"/>
                  </a:lnTo>
                  <a:lnTo>
                    <a:pt x="22860" y="4762"/>
                  </a:lnTo>
                  <a:lnTo>
                    <a:pt x="26670" y="0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138" name="Freeform 138"/>
            <p:cNvSpPr/>
            <p:nvPr/>
          </p:nvSpPr>
          <p:spPr>
            <a:xfrm>
              <a:off x="7289482" y="4332922"/>
              <a:ext cx="22860" cy="53340"/>
            </a:xfrm>
            <a:custGeom>
              <a:avLst/>
              <a:gdLst/>
              <a:ahLst/>
              <a:cxnLst/>
              <a:rect l="l" t="t" r="r" b="b"/>
              <a:pathLst>
                <a:path w="22860" h="53340">
                  <a:moveTo>
                    <a:pt x="20003" y="37148"/>
                  </a:moveTo>
                  <a:lnTo>
                    <a:pt x="19050" y="46673"/>
                  </a:lnTo>
                  <a:lnTo>
                    <a:pt x="13335" y="46673"/>
                  </a:lnTo>
                  <a:lnTo>
                    <a:pt x="7620" y="53340"/>
                  </a:lnTo>
                  <a:lnTo>
                    <a:pt x="5715" y="53340"/>
                  </a:lnTo>
                  <a:lnTo>
                    <a:pt x="0" y="32385"/>
                  </a:lnTo>
                  <a:lnTo>
                    <a:pt x="5715" y="3810"/>
                  </a:lnTo>
                  <a:lnTo>
                    <a:pt x="7620" y="0"/>
                  </a:lnTo>
                  <a:lnTo>
                    <a:pt x="12383" y="7620"/>
                  </a:lnTo>
                  <a:lnTo>
                    <a:pt x="22860" y="10478"/>
                  </a:lnTo>
                  <a:lnTo>
                    <a:pt x="19050" y="27623"/>
                  </a:lnTo>
                  <a:lnTo>
                    <a:pt x="20003" y="37148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139" name="Freeform 139"/>
            <p:cNvSpPr/>
            <p:nvPr/>
          </p:nvSpPr>
          <p:spPr>
            <a:xfrm>
              <a:off x="7264718" y="3946208"/>
              <a:ext cx="28575" cy="32385"/>
            </a:xfrm>
            <a:custGeom>
              <a:avLst/>
              <a:gdLst/>
              <a:ahLst/>
              <a:cxnLst/>
              <a:rect l="l" t="t" r="r" b="b"/>
              <a:pathLst>
                <a:path w="28575" h="32385">
                  <a:moveTo>
                    <a:pt x="18097" y="3810"/>
                  </a:moveTo>
                  <a:lnTo>
                    <a:pt x="28575" y="27622"/>
                  </a:lnTo>
                  <a:lnTo>
                    <a:pt x="27622" y="31433"/>
                  </a:lnTo>
                  <a:lnTo>
                    <a:pt x="25717" y="32385"/>
                  </a:lnTo>
                  <a:lnTo>
                    <a:pt x="22860" y="32385"/>
                  </a:lnTo>
                  <a:lnTo>
                    <a:pt x="19050" y="19050"/>
                  </a:lnTo>
                  <a:lnTo>
                    <a:pt x="10477" y="10477"/>
                  </a:lnTo>
                  <a:lnTo>
                    <a:pt x="0" y="12383"/>
                  </a:lnTo>
                  <a:lnTo>
                    <a:pt x="7620" y="2858"/>
                  </a:lnTo>
                  <a:lnTo>
                    <a:pt x="12382" y="0"/>
                  </a:lnTo>
                  <a:lnTo>
                    <a:pt x="18097" y="3810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140" name="Freeform 140"/>
            <p:cNvSpPr/>
            <p:nvPr/>
          </p:nvSpPr>
          <p:spPr>
            <a:xfrm>
              <a:off x="7279958" y="3835718"/>
              <a:ext cx="16193" cy="43815"/>
            </a:xfrm>
            <a:custGeom>
              <a:avLst/>
              <a:gdLst/>
              <a:ahLst/>
              <a:cxnLst/>
              <a:rect l="l" t="t" r="r" b="b"/>
              <a:pathLst>
                <a:path w="16193" h="43815">
                  <a:moveTo>
                    <a:pt x="3810" y="41910"/>
                  </a:moveTo>
                  <a:lnTo>
                    <a:pt x="3810" y="43815"/>
                  </a:lnTo>
                  <a:lnTo>
                    <a:pt x="2858" y="43815"/>
                  </a:lnTo>
                  <a:lnTo>
                    <a:pt x="0" y="42862"/>
                  </a:lnTo>
                  <a:lnTo>
                    <a:pt x="953" y="29528"/>
                  </a:lnTo>
                  <a:lnTo>
                    <a:pt x="6668" y="19050"/>
                  </a:lnTo>
                  <a:lnTo>
                    <a:pt x="12383" y="2858"/>
                  </a:lnTo>
                  <a:lnTo>
                    <a:pt x="15240" y="0"/>
                  </a:lnTo>
                  <a:lnTo>
                    <a:pt x="16193" y="8573"/>
                  </a:lnTo>
                  <a:lnTo>
                    <a:pt x="12383" y="26670"/>
                  </a:lnTo>
                  <a:lnTo>
                    <a:pt x="9525" y="36195"/>
                  </a:lnTo>
                  <a:lnTo>
                    <a:pt x="3810" y="41910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141" name="Freeform 141"/>
            <p:cNvSpPr/>
            <p:nvPr/>
          </p:nvSpPr>
          <p:spPr>
            <a:xfrm>
              <a:off x="7305675" y="3831908"/>
              <a:ext cx="23812" cy="37147"/>
            </a:xfrm>
            <a:custGeom>
              <a:avLst/>
              <a:gdLst/>
              <a:ahLst/>
              <a:cxnLst/>
              <a:rect l="l" t="t" r="r" b="b"/>
              <a:pathLst>
                <a:path w="23812" h="37147">
                  <a:moveTo>
                    <a:pt x="23812" y="9525"/>
                  </a:moveTo>
                  <a:lnTo>
                    <a:pt x="20955" y="37147"/>
                  </a:lnTo>
                  <a:lnTo>
                    <a:pt x="12382" y="33338"/>
                  </a:lnTo>
                  <a:lnTo>
                    <a:pt x="6668" y="33338"/>
                  </a:lnTo>
                  <a:lnTo>
                    <a:pt x="2857" y="18097"/>
                  </a:lnTo>
                  <a:lnTo>
                    <a:pt x="2857" y="12383"/>
                  </a:lnTo>
                  <a:lnTo>
                    <a:pt x="0" y="2858"/>
                  </a:lnTo>
                  <a:lnTo>
                    <a:pt x="19050" y="0"/>
                  </a:lnTo>
                  <a:lnTo>
                    <a:pt x="23812" y="9525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142" name="Freeform 142"/>
            <p:cNvSpPr/>
            <p:nvPr/>
          </p:nvSpPr>
          <p:spPr>
            <a:xfrm>
              <a:off x="7295198" y="3711892"/>
              <a:ext cx="22860" cy="46673"/>
            </a:xfrm>
            <a:custGeom>
              <a:avLst/>
              <a:gdLst/>
              <a:ahLst/>
              <a:cxnLst/>
              <a:rect l="l" t="t" r="r" b="b"/>
              <a:pathLst>
                <a:path w="22860" h="46673">
                  <a:moveTo>
                    <a:pt x="14288" y="11430"/>
                  </a:moveTo>
                  <a:lnTo>
                    <a:pt x="19050" y="15240"/>
                  </a:lnTo>
                  <a:lnTo>
                    <a:pt x="22860" y="15240"/>
                  </a:lnTo>
                  <a:lnTo>
                    <a:pt x="21908" y="28575"/>
                  </a:lnTo>
                  <a:lnTo>
                    <a:pt x="10478" y="45720"/>
                  </a:lnTo>
                  <a:lnTo>
                    <a:pt x="3810" y="46673"/>
                  </a:lnTo>
                  <a:lnTo>
                    <a:pt x="1905" y="46673"/>
                  </a:lnTo>
                  <a:lnTo>
                    <a:pt x="3810" y="23812"/>
                  </a:lnTo>
                  <a:lnTo>
                    <a:pt x="0" y="9525"/>
                  </a:lnTo>
                  <a:lnTo>
                    <a:pt x="953" y="0"/>
                  </a:lnTo>
                  <a:lnTo>
                    <a:pt x="13335" y="3810"/>
                  </a:lnTo>
                  <a:lnTo>
                    <a:pt x="14288" y="11430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143" name="Freeform 143"/>
            <p:cNvSpPr/>
            <p:nvPr/>
          </p:nvSpPr>
          <p:spPr>
            <a:xfrm>
              <a:off x="7287578" y="3640455"/>
              <a:ext cx="9525" cy="37148"/>
            </a:xfrm>
            <a:custGeom>
              <a:avLst/>
              <a:gdLst/>
              <a:ahLst/>
              <a:cxnLst/>
              <a:rect l="l" t="t" r="r" b="b"/>
              <a:pathLst>
                <a:path w="9525" h="37148">
                  <a:moveTo>
                    <a:pt x="9525" y="13335"/>
                  </a:moveTo>
                  <a:lnTo>
                    <a:pt x="8572" y="37148"/>
                  </a:lnTo>
                  <a:lnTo>
                    <a:pt x="1905" y="25717"/>
                  </a:lnTo>
                  <a:lnTo>
                    <a:pt x="0" y="13335"/>
                  </a:lnTo>
                  <a:lnTo>
                    <a:pt x="0" y="953"/>
                  </a:lnTo>
                  <a:lnTo>
                    <a:pt x="1905" y="0"/>
                  </a:lnTo>
                  <a:lnTo>
                    <a:pt x="2857" y="953"/>
                  </a:lnTo>
                  <a:lnTo>
                    <a:pt x="7620" y="6667"/>
                  </a:lnTo>
                  <a:lnTo>
                    <a:pt x="9525" y="13335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144" name="Freeform 144"/>
            <p:cNvSpPr/>
            <p:nvPr/>
          </p:nvSpPr>
          <p:spPr>
            <a:xfrm>
              <a:off x="7180898" y="3186112"/>
              <a:ext cx="17145" cy="36195"/>
            </a:xfrm>
            <a:custGeom>
              <a:avLst/>
              <a:gdLst/>
              <a:ahLst/>
              <a:cxnLst/>
              <a:rect l="l" t="t" r="r" b="b"/>
              <a:pathLst>
                <a:path w="17145" h="36195">
                  <a:moveTo>
                    <a:pt x="13335" y="34290"/>
                  </a:moveTo>
                  <a:lnTo>
                    <a:pt x="9525" y="36195"/>
                  </a:lnTo>
                  <a:lnTo>
                    <a:pt x="953" y="26670"/>
                  </a:lnTo>
                  <a:lnTo>
                    <a:pt x="0" y="5715"/>
                  </a:lnTo>
                  <a:lnTo>
                    <a:pt x="6668" y="0"/>
                  </a:lnTo>
                  <a:lnTo>
                    <a:pt x="9525" y="0"/>
                  </a:lnTo>
                  <a:lnTo>
                    <a:pt x="14288" y="1905"/>
                  </a:lnTo>
                  <a:lnTo>
                    <a:pt x="16193" y="5715"/>
                  </a:lnTo>
                  <a:lnTo>
                    <a:pt x="17145" y="9525"/>
                  </a:lnTo>
                  <a:lnTo>
                    <a:pt x="16193" y="14288"/>
                  </a:lnTo>
                  <a:lnTo>
                    <a:pt x="13335" y="34290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145" name="Freeform 145"/>
            <p:cNvSpPr/>
            <p:nvPr/>
          </p:nvSpPr>
          <p:spPr>
            <a:xfrm>
              <a:off x="10881360" y="3848100"/>
              <a:ext cx="36195" cy="27622"/>
            </a:xfrm>
            <a:custGeom>
              <a:avLst/>
              <a:gdLst/>
              <a:ahLst/>
              <a:cxnLst/>
              <a:rect l="l" t="t" r="r" b="b"/>
              <a:pathLst>
                <a:path w="36195" h="27622">
                  <a:moveTo>
                    <a:pt x="34290" y="27622"/>
                  </a:moveTo>
                  <a:lnTo>
                    <a:pt x="16192" y="27622"/>
                  </a:lnTo>
                  <a:lnTo>
                    <a:pt x="9525" y="21908"/>
                  </a:lnTo>
                  <a:lnTo>
                    <a:pt x="0" y="2858"/>
                  </a:lnTo>
                  <a:lnTo>
                    <a:pt x="11430" y="0"/>
                  </a:lnTo>
                  <a:lnTo>
                    <a:pt x="20955" y="0"/>
                  </a:lnTo>
                  <a:lnTo>
                    <a:pt x="28575" y="6667"/>
                  </a:lnTo>
                  <a:lnTo>
                    <a:pt x="36195" y="19050"/>
                  </a:lnTo>
                  <a:lnTo>
                    <a:pt x="34290" y="27622"/>
                  </a:lnTo>
                  <a:close/>
                </a:path>
              </a:pathLst>
            </a:custGeom>
            <a:solidFill>
              <a:srgbClr val="E6EAF1"/>
            </a:solidFill>
            <a:ln w="9525">
              <a:solidFill>
                <a:srgbClr val="C7CEE4"/>
              </a:solidFill>
            </a:ln>
          </p:spPr>
        </p:sp>
        <p:sp>
          <p:nvSpPr>
            <p:cNvPr id="146" name="Freeform 146"/>
            <p:cNvSpPr/>
            <p:nvPr/>
          </p:nvSpPr>
          <p:spPr>
            <a:xfrm>
              <a:off x="8058150" y="2012632"/>
              <a:ext cx="2438400" cy="3267075"/>
            </a:xfrm>
            <a:custGeom>
              <a:avLst/>
              <a:gdLst/>
              <a:ahLst/>
              <a:cxnLst/>
              <a:rect l="l" t="t" r="r" b="b"/>
              <a:pathLst>
                <a:path w="2438400" h="3267075">
                  <a:moveTo>
                    <a:pt x="2438400" y="0"/>
                  </a:moveTo>
                  <a:cubicBezTo>
                    <a:pt x="2192020" y="1511300"/>
                    <a:pt x="1379220" y="2600325"/>
                    <a:pt x="0" y="3267075"/>
                  </a:cubicBezTo>
                </a:path>
              </a:pathLst>
            </a:custGeom>
            <a:noFill/>
            <a:ln w="28575" cap="rnd">
              <a:solidFill>
                <a:srgbClr val="D21540"/>
              </a:solidFill>
            </a:ln>
          </p:spPr>
        </p:sp>
        <p:sp>
          <p:nvSpPr>
            <p:cNvPr id="147" name="Ellipse 147"/>
            <p:cNvSpPr/>
            <p:nvPr/>
          </p:nvSpPr>
          <p:spPr>
            <a:xfrm>
              <a:off x="10410825" y="1926908"/>
              <a:ext cx="171450" cy="1714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8" name="Ellipse 148"/>
            <p:cNvSpPr/>
            <p:nvPr/>
          </p:nvSpPr>
          <p:spPr>
            <a:xfrm>
              <a:off x="10439400" y="1955482"/>
              <a:ext cx="114300" cy="114300"/>
            </a:xfrm>
            <a:prstGeom prst="ellipse">
              <a:avLst/>
            </a:prstGeom>
            <a:solidFill>
              <a:srgbClr val="0A1138"/>
            </a:solidFill>
            <a:ln>
              <a:noFill/>
            </a:ln>
          </p:spPr>
        </p:sp>
        <p:sp>
          <p:nvSpPr>
            <p:cNvPr id="149" name="TextBox 149"/>
            <p:cNvSpPr txBox="1"/>
            <p:nvPr/>
          </p:nvSpPr>
          <p:spPr>
            <a:xfrm>
              <a:off x="9852969" y="1885221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65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台北</a:t>
              </a:r>
            </a:p>
          </p:txBody>
        </p:sp>
        <p:sp>
          <p:nvSpPr>
            <p:cNvPr id="150" name="Ellipse 150"/>
            <p:cNvSpPr/>
            <p:nvPr/>
          </p:nvSpPr>
          <p:spPr>
            <a:xfrm>
              <a:off x="7972425" y="5193982"/>
              <a:ext cx="171450" cy="1714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1" name="Ellipse 151"/>
            <p:cNvSpPr/>
            <p:nvPr/>
          </p:nvSpPr>
          <p:spPr>
            <a:xfrm>
              <a:off x="8001000" y="5222558"/>
              <a:ext cx="114300" cy="114300"/>
            </a:xfrm>
            <a:prstGeom prst="ellipse">
              <a:avLst/>
            </a:prstGeom>
            <a:solidFill>
              <a:srgbClr val="0A1138"/>
            </a:solidFill>
            <a:ln>
              <a:noFill/>
            </a:ln>
          </p:spPr>
        </p:sp>
        <p:sp>
          <p:nvSpPr>
            <p:cNvPr id="152" name="TextBox 152"/>
            <p:cNvSpPr txBox="1"/>
            <p:nvPr/>
          </p:nvSpPr>
          <p:spPr>
            <a:xfrm>
              <a:off x="8240721" y="5152645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新加坡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header"/>
          <p:cNvGrpSpPr/>
          <p:nvPr/>
        </p:nvGrpSpPr>
        <p:grpSpPr>
          <a:xfrm>
            <a:off x="445770" y="311150"/>
            <a:ext cx="11289030" cy="574675"/>
            <a:chOff x="445770" y="311150"/>
            <a:chExt cx="11289030" cy="574675"/>
          </a:xfrm>
        </p:grpSpPr>
        <p:sp>
          <p:nvSpPr>
            <p:cNvPr id="2" name="TextBox 2"/>
            <p:cNvSpPr txBox="1"/>
            <p:nvPr/>
          </p:nvSpPr>
          <p:spPr>
            <a:xfrm>
              <a:off x="445770" y="311150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生活開銷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10420350" y="4381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1138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10591800" y="4381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1138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10763250" y="4381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1138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0934700" y="438150"/>
              <a:ext cx="114300" cy="114300"/>
            </a:xfrm>
            <a:prstGeom prst="rect">
              <a:avLst/>
            </a:prstGeom>
            <a:solidFill>
              <a:srgbClr val="0A1138"/>
            </a:solidFill>
            <a:ln w="19050">
              <a:solidFill>
                <a:srgbClr val="0A1138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11106150" y="4381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1138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1277600" y="4381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1138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11449050" y="4381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1138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1620500" y="4381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1138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457200" y="857250"/>
              <a:ext cx="11277600" cy="28575"/>
            </a:xfrm>
            <a:prstGeom prst="rect">
              <a:avLst/>
            </a:prstGeom>
            <a:solidFill>
              <a:srgbClr val="0A1138"/>
            </a:solidFill>
            <a:ln>
              <a:noFill/>
            </a:ln>
          </p:spPr>
        </p:sp>
      </p:grpSp>
      <p:grpSp>
        <p:nvGrpSpPr>
          <p:cNvPr id="21" name="doughnut"/>
          <p:cNvGrpSpPr/>
          <p:nvPr/>
        </p:nvGrpSpPr>
        <p:grpSpPr>
          <a:xfrm>
            <a:off x="1329396" y="1523989"/>
            <a:ext cx="3533263" cy="3366464"/>
            <a:chOff x="1329396" y="1523989"/>
            <a:chExt cx="3533263" cy="3366464"/>
          </a:xfrm>
        </p:grpSpPr>
        <p:sp>
          <p:nvSpPr>
            <p:cNvPr id="13" name="Freeform 13"/>
            <p:cNvSpPr/>
            <p:nvPr/>
          </p:nvSpPr>
          <p:spPr>
            <a:xfrm>
              <a:off x="1869758" y="1524000"/>
              <a:ext cx="2992901" cy="3366453"/>
            </a:xfrm>
            <a:custGeom>
              <a:avLst/>
              <a:gdLst/>
              <a:ahLst/>
              <a:cxnLst/>
              <a:rect l="l" t="t" r="r" b="b"/>
              <a:pathLst>
                <a:path w="2992901" h="3366453">
                  <a:moveTo>
                    <a:pt x="1295400" y="0"/>
                  </a:moveTo>
                  <a:cubicBezTo>
                    <a:pt x="2043504" y="10548"/>
                    <a:pt x="2684440" y="538065"/>
                    <a:pt x="2838671" y="1270174"/>
                  </a:cubicBezTo>
                  <a:cubicBezTo>
                    <a:pt x="2992901" y="2002283"/>
                    <a:pt x="2619251" y="2743538"/>
                    <a:pt x="1938983" y="3054995"/>
                  </a:cubicBezTo>
                  <a:cubicBezTo>
                    <a:pt x="1258715" y="3366453"/>
                    <a:pt x="453435" y="3164965"/>
                    <a:pt x="0" y="2569845"/>
                  </a:cubicBezTo>
                  <a:lnTo>
                    <a:pt x="394335" y="2269808"/>
                  </a:lnTo>
                  <a:cubicBezTo>
                    <a:pt x="707453" y="2680677"/>
                    <a:pt x="1263469" y="2819749"/>
                    <a:pt x="1733149" y="2604673"/>
                  </a:cubicBezTo>
                  <a:cubicBezTo>
                    <a:pt x="2202829" y="2389597"/>
                    <a:pt x="2460795" y="1877788"/>
                    <a:pt x="2354296" y="1372303"/>
                  </a:cubicBezTo>
                  <a:cubicBezTo>
                    <a:pt x="2247797" y="866818"/>
                    <a:pt x="1805263" y="502594"/>
                    <a:pt x="1288732" y="495300"/>
                  </a:cubicBezTo>
                  <a:close/>
                </a:path>
              </a:pathLst>
            </a:custGeom>
            <a:solidFill>
              <a:srgbClr val="D21540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1329396" y="1828800"/>
              <a:ext cx="1165202" cy="2228850"/>
            </a:xfrm>
            <a:custGeom>
              <a:avLst/>
              <a:gdLst/>
              <a:ahLst/>
              <a:cxnLst/>
              <a:rect l="l" t="t" r="r" b="b"/>
              <a:pathLst>
                <a:path w="1165202" h="2228850">
                  <a:moveTo>
                    <a:pt x="513692" y="2228850"/>
                  </a:moveTo>
                  <a:cubicBezTo>
                    <a:pt x="0" y="1513188"/>
                    <a:pt x="161360" y="516927"/>
                    <a:pt x="874689" y="0"/>
                  </a:cubicBezTo>
                  <a:lnTo>
                    <a:pt x="1165202" y="401003"/>
                  </a:lnTo>
                  <a:cubicBezTo>
                    <a:pt x="672713" y="758148"/>
                    <a:pt x="561584" y="1446216"/>
                    <a:pt x="916599" y="1940243"/>
                  </a:cubicBezTo>
                  <a:close/>
                </a:path>
              </a:pathLst>
            </a:custGeom>
            <a:solidFill>
              <a:srgbClr val="2B4BB8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240280" y="1659255"/>
              <a:ext cx="458153" cy="552450"/>
            </a:xfrm>
            <a:custGeom>
              <a:avLst/>
              <a:gdLst/>
              <a:ahLst/>
              <a:cxnLst/>
              <a:rect l="l" t="t" r="r" b="b"/>
              <a:pathLst>
                <a:path w="458153" h="552450">
                  <a:moveTo>
                    <a:pt x="0" y="143828"/>
                  </a:moveTo>
                  <a:cubicBezTo>
                    <a:pt x="81422" y="88026"/>
                    <a:pt x="167833" y="39879"/>
                    <a:pt x="258128" y="0"/>
                  </a:cubicBezTo>
                  <a:lnTo>
                    <a:pt x="458153" y="453390"/>
                  </a:lnTo>
                  <a:cubicBezTo>
                    <a:pt x="395527" y="480799"/>
                    <a:pt x="335579" y="513961"/>
                    <a:pt x="279083" y="552450"/>
                  </a:cubicBezTo>
                  <a:close/>
                </a:path>
              </a:pathLst>
            </a:custGeom>
            <a:solidFill>
              <a:srgbClr val="0E8276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2539365" y="1557337"/>
              <a:ext cx="379095" cy="543878"/>
            </a:xfrm>
            <a:custGeom>
              <a:avLst/>
              <a:gdLst/>
              <a:ahLst/>
              <a:cxnLst/>
              <a:rect l="l" t="t" r="r" b="b"/>
              <a:pathLst>
                <a:path w="379095" h="543878">
                  <a:moveTo>
                    <a:pt x="0" y="84773"/>
                  </a:moveTo>
                  <a:cubicBezTo>
                    <a:pt x="89945" y="48133"/>
                    <a:pt x="183040" y="19759"/>
                    <a:pt x="278130" y="0"/>
                  </a:cubicBezTo>
                  <a:lnTo>
                    <a:pt x="379095" y="484823"/>
                  </a:lnTo>
                  <a:cubicBezTo>
                    <a:pt x="313297" y="498613"/>
                    <a:pt x="248895" y="518380"/>
                    <a:pt x="186690" y="543878"/>
                  </a:cubicBezTo>
                  <a:close/>
                </a:path>
              </a:pathLst>
            </a:custGeom>
            <a:solidFill>
              <a:srgbClr val="C97B10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861310" y="1525905"/>
              <a:ext cx="228600" cy="510540"/>
            </a:xfrm>
            <a:custGeom>
              <a:avLst/>
              <a:gdLst/>
              <a:ahLst/>
              <a:cxnLst/>
              <a:rect l="l" t="t" r="r" b="b"/>
              <a:pathLst>
                <a:path w="228600" h="510540">
                  <a:moveTo>
                    <a:pt x="0" y="22860"/>
                  </a:moveTo>
                  <a:cubicBezTo>
                    <a:pt x="68015" y="10807"/>
                    <a:pt x="136738" y="3172"/>
                    <a:pt x="205740" y="0"/>
                  </a:cubicBezTo>
                  <a:lnTo>
                    <a:pt x="228600" y="494348"/>
                  </a:lnTo>
                  <a:cubicBezTo>
                    <a:pt x="180993" y="496678"/>
                    <a:pt x="133586" y="502087"/>
                    <a:pt x="86678" y="510540"/>
                  </a:cubicBezTo>
                  <a:close/>
                </a:path>
              </a:pathLst>
            </a:custGeom>
            <a:solidFill>
              <a:srgbClr val="8148A8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3110865" y="1523989"/>
              <a:ext cx="17145" cy="495311"/>
            </a:xfrm>
            <a:custGeom>
              <a:avLst/>
              <a:gdLst/>
              <a:ahLst/>
              <a:cxnLst/>
              <a:rect l="l" t="t" r="r" b="b"/>
              <a:pathLst>
                <a:path w="17145" h="495311">
                  <a:moveTo>
                    <a:pt x="0" y="11"/>
                  </a:moveTo>
                  <a:cubicBezTo>
                    <a:pt x="3492" y="0"/>
                    <a:pt x="6985" y="0"/>
                    <a:pt x="10477" y="11"/>
                  </a:cubicBezTo>
                  <a:lnTo>
                    <a:pt x="17145" y="495311"/>
                  </a:lnTo>
                  <a:cubicBezTo>
                    <a:pt x="14923" y="495305"/>
                    <a:pt x="12700" y="495305"/>
                    <a:pt x="10478" y="495311"/>
                  </a:cubicBezTo>
                  <a:close/>
                </a:path>
              </a:pathLst>
            </a:custGeom>
            <a:solidFill>
              <a:srgbClr val="6B5344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046065" y="2724150"/>
              <a:ext cx="2194370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75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S$1,850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731770" y="33528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50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每月支出</a:t>
              </a:r>
            </a:p>
          </p:txBody>
        </p:sp>
      </p:grpSp>
      <p:grpSp>
        <p:nvGrpSpPr>
          <p:cNvPr id="23" name="divider"/>
          <p:cNvGrpSpPr/>
          <p:nvPr/>
        </p:nvGrpSpPr>
        <p:grpSpPr>
          <a:xfrm>
            <a:off x="6858000" y="876300"/>
            <a:ext cx="28575" cy="5981700"/>
            <a:chOff x="6858000" y="876300"/>
            <a:chExt cx="28575" cy="5981700"/>
          </a:xfrm>
        </p:grpSpPr>
        <p:sp>
          <p:nvSpPr>
            <p:cNvPr id="22" name="Rectangle 22"/>
            <p:cNvSpPr/>
            <p:nvPr/>
          </p:nvSpPr>
          <p:spPr>
            <a:xfrm>
              <a:off x="6858000" y="876300"/>
              <a:ext cx="28575" cy="5981700"/>
            </a:xfrm>
            <a:prstGeom prst="rect">
              <a:avLst/>
            </a:prstGeom>
            <a:solidFill>
              <a:srgbClr val="0A1138"/>
            </a:solidFill>
            <a:ln>
              <a:noFill/>
            </a:ln>
          </p:spPr>
        </p:sp>
      </p:grpSp>
      <p:grpSp>
        <p:nvGrpSpPr>
          <p:cNvPr id="48" name="legend"/>
          <p:cNvGrpSpPr/>
          <p:nvPr/>
        </p:nvGrpSpPr>
        <p:grpSpPr>
          <a:xfrm>
            <a:off x="7239000" y="1663700"/>
            <a:ext cx="4503420" cy="3275457"/>
            <a:chOff x="7239000" y="1663700"/>
            <a:chExt cx="4503420" cy="3275457"/>
          </a:xfrm>
        </p:grpSpPr>
        <p:sp>
          <p:nvSpPr>
            <p:cNvPr id="24" name="Rectangle 24"/>
            <p:cNvSpPr/>
            <p:nvPr/>
          </p:nvSpPr>
          <p:spPr>
            <a:xfrm>
              <a:off x="7239000" y="1724025"/>
              <a:ext cx="190500" cy="190500"/>
            </a:xfrm>
            <a:prstGeom prst="rect">
              <a:avLst/>
            </a:prstGeom>
            <a:solidFill>
              <a:srgbClr val="D2154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92568" y="1663700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房租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934480" y="1663700"/>
              <a:ext cx="6276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650" b="1" dirty="0">
                  <a:solidFill>
                    <a:srgbClr val="0A1138"/>
                  </a:solidFill>
                  <a:latin typeface="Consolas"/>
                  <a:ea typeface="Consolas"/>
                  <a:cs typeface="Consolas"/>
                </a:rPr>
                <a:t>1,200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171872" y="1689100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5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64.9%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239000" y="2314575"/>
              <a:ext cx="190500" cy="190500"/>
            </a:xfrm>
            <a:prstGeom prst="rect">
              <a:avLst/>
            </a:prstGeom>
            <a:solidFill>
              <a:srgbClr val="2B4BB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92568" y="2254250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食物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178815" y="2254250"/>
              <a:ext cx="3832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650" b="1" dirty="0">
                  <a:solidFill>
                    <a:srgbClr val="0A1138"/>
                  </a:solidFill>
                  <a:latin typeface="Consolas"/>
                  <a:ea typeface="Consolas"/>
                  <a:cs typeface="Consolas"/>
                </a:rPr>
                <a:t>469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171872" y="2279650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5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25.4%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239000" y="2905125"/>
              <a:ext cx="190500" cy="190500"/>
            </a:xfrm>
            <a:prstGeom prst="rect">
              <a:avLst/>
            </a:prstGeom>
            <a:solidFill>
              <a:srgbClr val="0E827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592568" y="2844800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飲品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300983" y="2844800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650" b="1" dirty="0">
                  <a:solidFill>
                    <a:srgbClr val="0A1138"/>
                  </a:solidFill>
                  <a:latin typeface="Consolas"/>
                  <a:ea typeface="Consolas"/>
                  <a:cs typeface="Consolas"/>
                </a:rPr>
                <a:t>63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282934" y="2870200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5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3.4%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239000" y="3495675"/>
              <a:ext cx="190500" cy="190500"/>
            </a:xfrm>
            <a:prstGeom prst="rect">
              <a:avLst/>
            </a:prstGeom>
            <a:solidFill>
              <a:srgbClr val="C97B1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592568" y="3435350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交通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300983" y="3435350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650" b="1" dirty="0">
                  <a:solidFill>
                    <a:srgbClr val="0A1138"/>
                  </a:solidFill>
                  <a:latin typeface="Consolas"/>
                  <a:ea typeface="Consolas"/>
                  <a:cs typeface="Consolas"/>
                </a:rPr>
                <a:t>62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282934" y="3460750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5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3.3%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239000" y="4086225"/>
              <a:ext cx="190500" cy="190500"/>
            </a:xfrm>
            <a:prstGeom prst="rect">
              <a:avLst/>
            </a:prstGeom>
            <a:solidFill>
              <a:srgbClr val="8148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592568" y="4025900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點心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300983" y="4025900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650" b="1" dirty="0">
                  <a:solidFill>
                    <a:srgbClr val="0A1138"/>
                  </a:solidFill>
                  <a:latin typeface="Consolas"/>
                  <a:ea typeface="Consolas"/>
                  <a:cs typeface="Consolas"/>
                </a:rPr>
                <a:t>46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282934" y="4051300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5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2.5%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239000" y="4676775"/>
              <a:ext cx="190500" cy="190500"/>
            </a:xfrm>
            <a:prstGeom prst="rect">
              <a:avLst/>
            </a:prstGeom>
            <a:solidFill>
              <a:srgbClr val="6B5344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592568" y="4616450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網路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300983" y="4616450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650" b="1" dirty="0">
                  <a:solidFill>
                    <a:srgbClr val="0A1138"/>
                  </a:solidFill>
                  <a:latin typeface="Consolas"/>
                  <a:ea typeface="Consolas"/>
                  <a:cs typeface="Consolas"/>
                </a:rPr>
                <a:t>10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282934" y="4641850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5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0.5%</a:t>
              </a:r>
            </a:p>
          </p:txBody>
        </p:sp>
      </p:grpSp>
      <p:grpSp>
        <p:nvGrpSpPr>
          <p:cNvPr id="51" name="fx"/>
          <p:cNvGrpSpPr/>
          <p:nvPr/>
        </p:nvGrpSpPr>
        <p:grpSpPr>
          <a:xfrm>
            <a:off x="2025838" y="4978400"/>
            <a:ext cx="2234824" cy="727329"/>
            <a:chOff x="2025838" y="4978400"/>
            <a:chExt cx="2234824" cy="727329"/>
          </a:xfrm>
        </p:grpSpPr>
        <p:sp>
          <p:nvSpPr>
            <p:cNvPr id="49" name="TextBox 49"/>
            <p:cNvSpPr txBox="1"/>
            <p:nvPr/>
          </p:nvSpPr>
          <p:spPr>
            <a:xfrm>
              <a:off x="2247295" y="4978400"/>
              <a:ext cx="17919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1 SGD ≈ 25.5 TWD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025838" y="5207000"/>
              <a:ext cx="223482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≈ NT$47,175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7124700" y="5562600"/>
            <a:ext cx="4610100" cy="685800"/>
            <a:chOff x="7124700" y="5562600"/>
            <a:chExt cx="4610100" cy="685800"/>
          </a:xfrm>
        </p:grpSpPr>
        <p:sp>
          <p:nvSpPr>
            <p:cNvPr id="52" name="Rectangle 52"/>
            <p:cNvSpPr/>
            <p:nvPr/>
          </p:nvSpPr>
          <p:spPr>
            <a:xfrm>
              <a:off x="7124700" y="5562600"/>
              <a:ext cx="4610100" cy="685800"/>
            </a:xfrm>
            <a:prstGeom prst="rect">
              <a:avLst/>
            </a:prstGeom>
            <a:solidFill>
              <a:srgbClr val="CBE0EC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344156" y="578485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宿舍很難抽，早點找房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header"/>
          <p:cNvGrpSpPr/>
          <p:nvPr/>
        </p:nvGrpSpPr>
        <p:grpSpPr>
          <a:xfrm>
            <a:off x="445770" y="311150"/>
            <a:ext cx="11289030" cy="574675"/>
            <a:chOff x="445770" y="311150"/>
            <a:chExt cx="11289030" cy="574675"/>
          </a:xfrm>
        </p:grpSpPr>
        <p:sp>
          <p:nvSpPr>
            <p:cNvPr id="2" name="TextBox 2"/>
            <p:cNvSpPr txBox="1"/>
            <p:nvPr/>
          </p:nvSpPr>
          <p:spPr>
            <a:xfrm>
              <a:off x="445770" y="311150"/>
              <a:ext cx="21431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該不該選這個系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10420350" y="4381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1138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10591800" y="4381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1138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10763250" y="4381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1138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0934700" y="4381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1138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11106150" y="438150"/>
              <a:ext cx="114300" cy="114300"/>
            </a:xfrm>
            <a:prstGeom prst="rect">
              <a:avLst/>
            </a:prstGeom>
            <a:solidFill>
              <a:srgbClr val="0A1138"/>
            </a:solidFill>
            <a:ln w="19050">
              <a:solidFill>
                <a:srgbClr val="0A1138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1277600" y="4381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1138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11449050" y="4381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1138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1620500" y="4381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1138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457200" y="857250"/>
              <a:ext cx="11277600" cy="28575"/>
            </a:xfrm>
            <a:prstGeom prst="rect">
              <a:avLst/>
            </a:prstGeom>
            <a:solidFill>
              <a:srgbClr val="0A1138"/>
            </a:solidFill>
            <a:ln>
              <a:noFill/>
            </a:ln>
          </p:spPr>
        </p:sp>
      </p:grpSp>
      <p:grpSp>
        <p:nvGrpSpPr>
          <p:cNvPr id="14" name="claim"/>
          <p:cNvGrpSpPr/>
          <p:nvPr/>
        </p:nvGrpSpPr>
        <p:grpSpPr>
          <a:xfrm>
            <a:off x="440436" y="1231900"/>
            <a:ext cx="4031742" cy="645414"/>
            <a:chOff x="440436" y="1231900"/>
            <a:chExt cx="4031742" cy="645414"/>
          </a:xfrm>
        </p:grpSpPr>
        <p:sp>
          <p:nvSpPr>
            <p:cNvPr id="13" name="TextBox 13"/>
            <p:cNvSpPr txBox="1"/>
            <p:nvPr/>
          </p:nvSpPr>
          <p:spPr>
            <a:xfrm>
              <a:off x="440436" y="1231900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合規的缺，沒人去投</a:t>
              </a:r>
            </a:p>
          </p:txBody>
        </p:sp>
      </p:grpSp>
      <p:grpSp>
        <p:nvGrpSpPr>
          <p:cNvPr id="20" name="legend"/>
          <p:cNvGrpSpPr/>
          <p:nvPr/>
        </p:nvGrpSpPr>
        <p:grpSpPr>
          <a:xfrm>
            <a:off x="457200" y="1898650"/>
            <a:ext cx="5286756" cy="278702"/>
            <a:chOff x="457200" y="1898650"/>
            <a:chExt cx="5286756" cy="278702"/>
          </a:xfrm>
        </p:grpSpPr>
        <p:sp>
          <p:nvSpPr>
            <p:cNvPr id="15" name="Rectangle 15"/>
            <p:cNvSpPr/>
            <p:nvPr/>
          </p:nvSpPr>
          <p:spPr>
            <a:xfrm>
              <a:off x="457200" y="1943100"/>
              <a:ext cx="171450" cy="171450"/>
            </a:xfrm>
            <a:prstGeom prst="rect">
              <a:avLst/>
            </a:prstGeom>
            <a:solidFill>
              <a:srgbClr val="D2154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16661" y="1898650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42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職缺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266950" y="1943100"/>
              <a:ext cx="171450" cy="171450"/>
            </a:xfrm>
            <a:prstGeom prst="rect">
              <a:avLst/>
            </a:prstGeom>
            <a:solidFill>
              <a:srgbClr val="0A113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526411" y="1898650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42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應徵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308604" y="192405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20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占平台全部職缺／全部應徵的比例</a:t>
              </a:r>
            </a:p>
          </p:txBody>
        </p:sp>
      </p:grpSp>
      <p:grpSp>
        <p:nvGrpSpPr>
          <p:cNvPr id="44" name="chart"/>
          <p:cNvGrpSpPr/>
          <p:nvPr/>
        </p:nvGrpSpPr>
        <p:grpSpPr>
          <a:xfrm>
            <a:off x="488457" y="2374900"/>
            <a:ext cx="6179043" cy="3725291"/>
            <a:chOff x="488457" y="2374900"/>
            <a:chExt cx="6179043" cy="3725291"/>
          </a:xfrm>
        </p:grpSpPr>
        <p:sp>
          <p:nvSpPr>
            <p:cNvPr id="21" name="Rectangle 21"/>
            <p:cNvSpPr/>
            <p:nvPr/>
          </p:nvSpPr>
          <p:spPr>
            <a:xfrm>
              <a:off x="876300" y="5657850"/>
              <a:ext cx="5791200" cy="28575"/>
            </a:xfrm>
            <a:prstGeom prst="rect">
              <a:avLst/>
            </a:prstGeom>
            <a:solidFill>
              <a:srgbClr val="0A113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71383" y="5575300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12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0%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76300" y="4591050"/>
              <a:ext cx="5791200" cy="19050"/>
            </a:xfrm>
            <a:prstGeom prst="rect">
              <a:avLst/>
            </a:prstGeom>
            <a:solidFill>
              <a:srgbClr val="C7CEE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88457" y="4508500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12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10%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76300" y="3524250"/>
              <a:ext cx="5791200" cy="19050"/>
            </a:xfrm>
            <a:prstGeom prst="rect">
              <a:avLst/>
            </a:prstGeom>
            <a:solidFill>
              <a:srgbClr val="C7CEE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88457" y="3441700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12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20%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76300" y="2457450"/>
              <a:ext cx="5791200" cy="19050"/>
            </a:xfrm>
            <a:prstGeom prst="rect">
              <a:avLst/>
            </a:prstGeom>
            <a:solidFill>
              <a:srgbClr val="C7CEE4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8457" y="2374900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12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30%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369187" y="4924425"/>
              <a:ext cx="424688" cy="733425"/>
            </a:xfrm>
            <a:prstGeom prst="rect">
              <a:avLst/>
            </a:prstGeom>
            <a:solidFill>
              <a:srgbClr val="D2154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305529" y="4600575"/>
              <a:ext cx="55200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580" b="1" dirty="0">
                  <a:solidFill>
                    <a:srgbClr val="D21540"/>
                  </a:solidFill>
                  <a:latin typeface="+mn-lt"/>
                  <a:ea typeface="+mn-ea"/>
                  <a:cs typeface="+mn-cs"/>
                </a:rPr>
                <a:t>7.5%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889125" y="5432933"/>
              <a:ext cx="424688" cy="224917"/>
            </a:xfrm>
            <a:prstGeom prst="rect">
              <a:avLst/>
            </a:prstGeom>
            <a:solidFill>
              <a:srgbClr val="0A113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825467" y="5109083"/>
              <a:ext cx="55200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58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2.3%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82701" y="5791200"/>
              <a:ext cx="171759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ja-JP" sz="158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合規・法務・風控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299587" y="2997962"/>
              <a:ext cx="424688" cy="2659888"/>
            </a:xfrm>
            <a:prstGeom prst="rect">
              <a:avLst/>
            </a:prstGeom>
            <a:solidFill>
              <a:srgbClr val="D2154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174511" y="2674112"/>
              <a:ext cx="67483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580" b="1" dirty="0">
                  <a:solidFill>
                    <a:srgbClr val="D21540"/>
                  </a:solidFill>
                  <a:latin typeface="+mn-lt"/>
                  <a:ea typeface="+mn-ea"/>
                  <a:cs typeface="+mn-cs"/>
                </a:rPr>
                <a:t>27.2%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819525" y="3467354"/>
              <a:ext cx="424688" cy="2190496"/>
            </a:xfrm>
            <a:prstGeom prst="rect">
              <a:avLst/>
            </a:prstGeom>
            <a:solidFill>
              <a:srgbClr val="0A113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694449" y="3143504"/>
              <a:ext cx="67483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58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22.4%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551199" y="5791200"/>
              <a:ext cx="44140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58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工程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229987" y="4885309"/>
              <a:ext cx="424688" cy="772541"/>
            </a:xfrm>
            <a:prstGeom prst="rect">
              <a:avLst/>
            </a:prstGeom>
            <a:solidFill>
              <a:srgbClr val="D2154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166329" y="4561459"/>
              <a:ext cx="55200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580" b="1" dirty="0">
                  <a:solidFill>
                    <a:srgbClr val="D21540"/>
                  </a:solidFill>
                  <a:latin typeface="+mn-lt"/>
                  <a:ea typeface="+mn-ea"/>
                  <a:cs typeface="+mn-cs"/>
                </a:rPr>
                <a:t>7.9%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749925" y="3623818"/>
              <a:ext cx="424688" cy="2034032"/>
            </a:xfrm>
            <a:prstGeom prst="rect">
              <a:avLst/>
            </a:prstGeom>
            <a:solidFill>
              <a:srgbClr val="0A113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624849" y="3299968"/>
              <a:ext cx="67483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58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20.8%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162550" y="5791200"/>
              <a:ext cx="10795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ja-JP" sz="158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行銷・成長</a:t>
              </a:r>
            </a:p>
          </p:txBody>
        </p:sp>
      </p:grpSp>
      <p:grpSp>
        <p:nvGrpSpPr>
          <p:cNvPr id="46" name="source"/>
          <p:cNvGrpSpPr/>
          <p:nvPr/>
        </p:nvGrpSpPr>
        <p:grpSpPr>
          <a:xfrm>
            <a:off x="451485" y="6432550"/>
            <a:ext cx="3816046" cy="220028"/>
            <a:chOff x="451485" y="6432550"/>
            <a:chExt cx="3816046" cy="220028"/>
          </a:xfrm>
        </p:grpSpPr>
        <p:sp>
          <p:nvSpPr>
            <p:cNvPr id="45" name="TextBox 45"/>
            <p:cNvSpPr txBox="1"/>
            <p:nvPr/>
          </p:nvSpPr>
          <p:spPr>
            <a:xfrm>
              <a:off x="451485" y="6432550"/>
              <a:ext cx="3816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12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資料：MoleDAO, Web3 Hiring Market Report Q3 2026</a:t>
              </a:r>
            </a:p>
          </p:txBody>
        </p:sp>
      </p:grpSp>
      <p:grpSp>
        <p:nvGrpSpPr>
          <p:cNvPr id="48" name="divider"/>
          <p:cNvGrpSpPr/>
          <p:nvPr/>
        </p:nvGrpSpPr>
        <p:grpSpPr>
          <a:xfrm>
            <a:off x="7200900" y="876300"/>
            <a:ext cx="28575" cy="5981700"/>
            <a:chOff x="7200900" y="876300"/>
            <a:chExt cx="28575" cy="5981700"/>
          </a:xfrm>
        </p:grpSpPr>
        <p:sp>
          <p:nvSpPr>
            <p:cNvPr id="47" name="Rectangle 47"/>
            <p:cNvSpPr/>
            <p:nvPr/>
          </p:nvSpPr>
          <p:spPr>
            <a:xfrm>
              <a:off x="7200900" y="876300"/>
              <a:ext cx="28575" cy="5981700"/>
            </a:xfrm>
            <a:prstGeom prst="rect">
              <a:avLst/>
            </a:prstGeom>
            <a:solidFill>
              <a:srgbClr val="0A1138"/>
            </a:solidFill>
            <a:ln>
              <a:noFill/>
            </a:ln>
          </p:spPr>
        </p:sp>
      </p:grpSp>
      <p:grpSp>
        <p:nvGrpSpPr>
          <p:cNvPr id="61" name="policy"/>
          <p:cNvGrpSpPr/>
          <p:nvPr/>
        </p:nvGrpSpPr>
        <p:grpSpPr>
          <a:xfrm>
            <a:off x="7572375" y="1631950"/>
            <a:ext cx="4162425" cy="4793552"/>
            <a:chOff x="7572375" y="1631950"/>
            <a:chExt cx="4162425" cy="4793552"/>
          </a:xfrm>
        </p:grpSpPr>
        <p:sp>
          <p:nvSpPr>
            <p:cNvPr id="49" name="TextBox 49"/>
            <p:cNvSpPr txBox="1"/>
            <p:nvPr/>
          </p:nvSpPr>
          <p:spPr>
            <a:xfrm>
              <a:off x="7576185" y="1631950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120" b="1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新加坡正在推的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572375" y="2571750"/>
              <a:ext cx="217440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8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Project Guardian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574661" y="2965450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42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資產代幣化試點，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574661" y="3251200"/>
              <a:ext cx="18113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42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40 多家金融機構參與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581900" y="3657600"/>
              <a:ext cx="4152900" cy="19050"/>
            </a:xfrm>
            <a:prstGeom prst="rect">
              <a:avLst/>
            </a:prstGeom>
            <a:solidFill>
              <a:srgbClr val="C7CEE4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572375" y="4019550"/>
              <a:ext cx="2170755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8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Global Layer One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574661" y="4413250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42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金融機構共建的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574661" y="4699000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42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共享帳本基礎設施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581900" y="5105400"/>
              <a:ext cx="4152900" cy="19050"/>
            </a:xfrm>
            <a:prstGeom prst="rect">
              <a:avLst/>
            </a:prstGeom>
            <a:solidFill>
              <a:srgbClr val="C7CEE4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572375" y="5467350"/>
              <a:ext cx="1790649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穩定幣監管框架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574661" y="5861050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42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單一貨幣穩定幣的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574661" y="6146800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42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發行與儲備規範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header"/>
          <p:cNvGrpSpPr/>
          <p:nvPr/>
        </p:nvGrpSpPr>
        <p:grpSpPr>
          <a:xfrm>
            <a:off x="445770" y="311150"/>
            <a:ext cx="11289030" cy="574675"/>
            <a:chOff x="445770" y="311150"/>
            <a:chExt cx="11289030" cy="574675"/>
          </a:xfrm>
        </p:grpSpPr>
        <p:sp>
          <p:nvSpPr>
            <p:cNvPr id="2" name="TextBox 2"/>
            <p:cNvSpPr txBox="1"/>
            <p:nvPr/>
          </p:nvSpPr>
          <p:spPr>
            <a:xfrm>
              <a:off x="445770" y="311150"/>
              <a:ext cx="21431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該不該選這個系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10420350" y="4381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1138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10591800" y="4381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1138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10763250" y="4381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1138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0934700" y="4381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1138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11106150" y="4381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1138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1277600" y="438150"/>
              <a:ext cx="114300" cy="114300"/>
            </a:xfrm>
            <a:prstGeom prst="rect">
              <a:avLst/>
            </a:prstGeom>
            <a:solidFill>
              <a:srgbClr val="0A1138"/>
            </a:solidFill>
            <a:ln w="19050">
              <a:solidFill>
                <a:srgbClr val="0A1138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11449050" y="4381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1138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1620500" y="4381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1138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457200" y="857250"/>
              <a:ext cx="11277600" cy="28575"/>
            </a:xfrm>
            <a:prstGeom prst="rect">
              <a:avLst/>
            </a:prstGeom>
            <a:solidFill>
              <a:srgbClr val="0A1138"/>
            </a:solidFill>
            <a:ln>
              <a:noFill/>
            </a:ln>
          </p:spPr>
        </p:sp>
      </p:grpSp>
      <p:grpSp>
        <p:nvGrpSpPr>
          <p:cNvPr id="14" name="claim"/>
          <p:cNvGrpSpPr/>
          <p:nvPr/>
        </p:nvGrpSpPr>
        <p:grpSpPr>
          <a:xfrm>
            <a:off x="441960" y="1231900"/>
            <a:ext cx="4472940" cy="586740"/>
            <a:chOff x="441960" y="1231900"/>
            <a:chExt cx="4472940" cy="586740"/>
          </a:xfrm>
        </p:grpSpPr>
        <p:sp>
          <p:nvSpPr>
            <p:cNvPr id="13" name="TextBox 13"/>
            <p:cNvSpPr txBox="1"/>
            <p:nvPr/>
          </p:nvSpPr>
          <p:spPr>
            <a:xfrm>
              <a:off x="441960" y="1231900"/>
              <a:ext cx="44729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必修都一樣，差別在選修</a:t>
              </a:r>
            </a:p>
          </p:txBody>
        </p:sp>
      </p:grpSp>
      <p:grpSp>
        <p:nvGrpSpPr>
          <p:cNvPr id="78" name="columns"/>
          <p:cNvGrpSpPr/>
          <p:nvPr/>
        </p:nvGrpSpPr>
        <p:grpSpPr>
          <a:xfrm>
            <a:off x="457200" y="1943100"/>
            <a:ext cx="11277600" cy="4572000"/>
            <a:chOff x="457200" y="1943100"/>
            <a:chExt cx="11277600" cy="4572000"/>
          </a:xfrm>
        </p:grpSpPr>
        <p:sp>
          <p:nvSpPr>
            <p:cNvPr id="15" name="Rectangle 15"/>
            <p:cNvSpPr/>
            <p:nvPr/>
          </p:nvSpPr>
          <p:spPr>
            <a:xfrm>
              <a:off x="457200" y="1943100"/>
              <a:ext cx="3657600" cy="4572000"/>
            </a:xfrm>
            <a:prstGeom prst="rect">
              <a:avLst/>
            </a:prstGeom>
            <a:solidFill>
              <a:srgbClr val="CBE0EC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57200" y="1943100"/>
              <a:ext cx="3657600" cy="4572000"/>
            </a:xfrm>
            <a:prstGeom prst="rect">
              <a:avLst/>
            </a:prstGeom>
            <a:noFill/>
            <a:ln w="28575">
              <a:solidFill>
                <a:srgbClr val="0A113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76656" y="2165350"/>
              <a:ext cx="10378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必修 9 門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85800" y="2552700"/>
              <a:ext cx="457200" cy="38100"/>
            </a:xfrm>
            <a:prstGeom prst="rect">
              <a:avLst/>
            </a:prstGeom>
            <a:solidFill>
              <a:srgbClr val="0A113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80085" y="2927350"/>
              <a:ext cx="800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5A6AA8"/>
                  </a:solidFill>
                  <a:latin typeface="Consolas"/>
                  <a:ea typeface="Consolas"/>
                  <a:cs typeface="Consolas"/>
                </a:rPr>
                <a:t>SC6101–02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35811" y="2889250"/>
              <a:ext cx="2472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Introduction to Blockchain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35811" y="3127375"/>
              <a:ext cx="14926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Technology I &amp; II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80085" y="3498850"/>
              <a:ext cx="5371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5A6AA8"/>
                  </a:solidFill>
                  <a:latin typeface="Consolas"/>
                  <a:ea typeface="Consolas"/>
                  <a:cs typeface="Consolas"/>
                </a:rPr>
                <a:t>SC6103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35811" y="3460750"/>
              <a:ext cx="19188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Distributed Systems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0085" y="3832225"/>
              <a:ext cx="5371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5A6AA8"/>
                  </a:solidFill>
                  <a:latin typeface="Consolas"/>
                  <a:ea typeface="Consolas"/>
                  <a:cs typeface="Consolas"/>
                </a:rPr>
                <a:t>SC6104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35811" y="3794125"/>
              <a:ext cx="145397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Introduction to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35811" y="4032250"/>
              <a:ext cx="12820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Cryptography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0085" y="4403725"/>
              <a:ext cx="5371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5A6AA8"/>
                  </a:solidFill>
                  <a:latin typeface="Consolas"/>
                  <a:ea typeface="Consolas"/>
                  <a:cs typeface="Consolas"/>
                </a:rPr>
                <a:t>SC6105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35811" y="4365625"/>
              <a:ext cx="2024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Software Engineering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0085" y="4737100"/>
              <a:ext cx="800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5A6AA8"/>
                  </a:solidFill>
                  <a:latin typeface="Consolas"/>
                  <a:ea typeface="Consolas"/>
                  <a:cs typeface="Consolas"/>
                </a:rPr>
                <a:t>SC6106–07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35811" y="4699000"/>
              <a:ext cx="218623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Blockchain Development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535811" y="4937125"/>
              <a:ext cx="17414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Fundamentals I &amp; II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0085" y="5308600"/>
              <a:ext cx="5371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5A6AA8"/>
                  </a:solidFill>
                  <a:latin typeface="Consolas"/>
                  <a:ea typeface="Consolas"/>
                  <a:cs typeface="Consolas"/>
                </a:rPr>
                <a:t>SC6108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535811" y="5270500"/>
              <a:ext cx="19765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Blockchain and Smart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535811" y="5508625"/>
              <a:ext cx="17182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Contract Security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0085" y="5880100"/>
              <a:ext cx="5371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5A6AA8"/>
                  </a:solidFill>
                  <a:latin typeface="Consolas"/>
                  <a:ea typeface="Consolas"/>
                  <a:cs typeface="Consolas"/>
                </a:rPr>
                <a:t>SC6109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535811" y="5842000"/>
              <a:ext cx="21003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Blockchain Privacy and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535811" y="6080125"/>
              <a:ext cx="9848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Scalability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267200" y="1943100"/>
              <a:ext cx="3657600" cy="4572000"/>
            </a:xfrm>
            <a:prstGeom prst="rect">
              <a:avLst/>
            </a:prstGeom>
            <a:solidFill>
              <a:srgbClr val="EDEFF4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4267200" y="1943100"/>
              <a:ext cx="3657600" cy="4572000"/>
            </a:xfrm>
            <a:prstGeom prst="rect">
              <a:avLst/>
            </a:prstGeom>
            <a:noFill/>
            <a:ln w="28575">
              <a:solidFill>
                <a:srgbClr val="0A113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486656" y="2165350"/>
              <a:ext cx="17647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80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選修・開發 6 門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495800" y="2552700"/>
              <a:ext cx="457200" cy="38100"/>
            </a:xfrm>
            <a:prstGeom prst="rect">
              <a:avLst/>
            </a:prstGeom>
            <a:solidFill>
              <a:srgbClr val="0A113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490085" y="2927350"/>
              <a:ext cx="5371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5A6AA8"/>
                  </a:solidFill>
                  <a:latin typeface="Consolas"/>
                  <a:ea typeface="Consolas"/>
                  <a:cs typeface="Consolas"/>
                </a:rPr>
                <a:t>SC6111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345811" y="2889250"/>
              <a:ext cx="2270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Web Programming Basics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490085" y="3260725"/>
              <a:ext cx="5371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5A6AA8"/>
                  </a:solidFill>
                  <a:latin typeface="Consolas"/>
                  <a:ea typeface="Consolas"/>
                  <a:cs typeface="Consolas"/>
                </a:rPr>
                <a:t>SC6112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345811" y="3222625"/>
              <a:ext cx="226256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Blockchain Solutions and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345811" y="3460750"/>
              <a:ext cx="15946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Smart Contracts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490085" y="3832225"/>
              <a:ext cx="5371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5A6AA8"/>
                  </a:solidFill>
                  <a:latin typeface="Consolas"/>
                  <a:ea typeface="Consolas"/>
                  <a:cs typeface="Consolas"/>
                </a:rPr>
                <a:t>SC6113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345811" y="3794125"/>
              <a:ext cx="14352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Development of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345811" y="4032250"/>
              <a:ext cx="24724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Decentralized Applications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490085" y="4403725"/>
              <a:ext cx="5371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5A6AA8"/>
                  </a:solidFill>
                  <a:latin typeface="Consolas"/>
                  <a:ea typeface="Consolas"/>
                  <a:cs typeface="Consolas"/>
                </a:rPr>
                <a:t>SC6114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345811" y="4365625"/>
              <a:ext cx="16516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Software Project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345811" y="4603750"/>
              <a:ext cx="11487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Management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490085" y="4975225"/>
              <a:ext cx="5371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5A6AA8"/>
                  </a:solidFill>
                  <a:latin typeface="Consolas"/>
                  <a:ea typeface="Consolas"/>
                  <a:cs typeface="Consolas"/>
                </a:rPr>
                <a:t>SC6115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345811" y="4937125"/>
              <a:ext cx="145397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Introduction to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345811" y="5175250"/>
              <a:ext cx="14028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Cyber Security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490085" y="5546725"/>
              <a:ext cx="5371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5A6AA8"/>
                  </a:solidFill>
                  <a:latin typeface="Consolas"/>
                  <a:ea typeface="Consolas"/>
                  <a:cs typeface="Consolas"/>
                </a:rPr>
                <a:t>SC6116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345811" y="5508625"/>
              <a:ext cx="15474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Game Theory and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345811" y="5746750"/>
              <a:ext cx="9756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Blockchain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077200" y="1943100"/>
              <a:ext cx="3657600" cy="4572000"/>
            </a:xfrm>
            <a:prstGeom prst="rect">
              <a:avLst/>
            </a:prstGeom>
            <a:solidFill>
              <a:srgbClr val="F7E9D9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8077200" y="1943100"/>
              <a:ext cx="3657600" cy="4572000"/>
            </a:xfrm>
            <a:prstGeom prst="rect">
              <a:avLst/>
            </a:prstGeom>
            <a:noFill/>
            <a:ln w="28575">
              <a:solidFill>
                <a:srgbClr val="0A113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296656" y="2165350"/>
              <a:ext cx="24917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80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選修・管理與金融 5 門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305800" y="2552700"/>
              <a:ext cx="457200" cy="38100"/>
            </a:xfrm>
            <a:prstGeom prst="rect">
              <a:avLst/>
            </a:prstGeom>
            <a:solidFill>
              <a:srgbClr val="0A113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300085" y="2927350"/>
              <a:ext cx="5371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5A6AA8"/>
                  </a:solidFill>
                  <a:latin typeface="Consolas"/>
                  <a:ea typeface="Consolas"/>
                  <a:cs typeface="Consolas"/>
                </a:rPr>
                <a:t>SC6121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155811" y="2889250"/>
              <a:ext cx="15464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Token Economics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300085" y="3260725"/>
              <a:ext cx="5371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5A6AA8"/>
                  </a:solidFill>
                  <a:latin typeface="Consolas"/>
                  <a:ea typeface="Consolas"/>
                  <a:cs typeface="Consolas"/>
                </a:rPr>
                <a:t>SC6122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155811" y="3222625"/>
              <a:ext cx="17182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Emerging Topics in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155811" y="3460750"/>
              <a:ext cx="7137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FinTech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300085" y="3832225"/>
              <a:ext cx="5371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5A6AA8"/>
                  </a:solidFill>
                  <a:latin typeface="Consolas"/>
                  <a:ea typeface="Consolas"/>
                  <a:cs typeface="Consolas"/>
                </a:rPr>
                <a:t>SC6123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155811" y="3794125"/>
              <a:ext cx="18323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Blockchain Business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155811" y="4032250"/>
              <a:ext cx="113804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Applications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300085" y="4403725"/>
              <a:ext cx="5371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5A6AA8"/>
                  </a:solidFill>
                  <a:latin typeface="Consolas"/>
                  <a:ea typeface="Consolas"/>
                  <a:cs typeface="Consolas"/>
                </a:rPr>
                <a:t>SC6124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155811" y="4365625"/>
              <a:ext cx="17190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Ethics and Laws in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155811" y="4603750"/>
              <a:ext cx="9756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Blockchain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300085" y="4975225"/>
              <a:ext cx="5371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5A6AA8"/>
                  </a:solidFill>
                  <a:latin typeface="Consolas"/>
                  <a:ea typeface="Consolas"/>
                  <a:cs typeface="Consolas"/>
                </a:rPr>
                <a:t>SC6125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155811" y="4937125"/>
              <a:ext cx="19470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Blockchain in Finance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9372600" y="5295900"/>
              <a:ext cx="1066800" cy="10668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1138"/>
              </a:solidFill>
            </a:ln>
          </p:spPr>
        </p:sp>
        <p:pic>
          <p:nvPicPr>
            <p:cNvPr id="77" name="Image 7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20225" y="5343525"/>
              <a:ext cx="971550" cy="97155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row"/>
          <p:cNvGrpSpPr/>
          <p:nvPr/>
        </p:nvGrpSpPr>
        <p:grpSpPr>
          <a:xfrm>
            <a:off x="0" y="4305300"/>
            <a:ext cx="12192000" cy="2552700"/>
            <a:chOff x="0" y="4305300"/>
            <a:chExt cx="12192000" cy="2552700"/>
          </a:xfrm>
        </p:grpSpPr>
        <p:sp>
          <p:nvSpPr>
            <p:cNvPr id="2" name="Rectangle 2"/>
            <p:cNvSpPr/>
            <p:nvPr/>
          </p:nvSpPr>
          <p:spPr>
            <a:xfrm>
              <a:off x="0" y="4305300"/>
              <a:ext cx="12192000" cy="28575"/>
            </a:xfrm>
            <a:prstGeom prst="rect">
              <a:avLst/>
            </a:prstGeom>
            <a:solidFill>
              <a:srgbClr val="0A113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4305300"/>
              <a:ext cx="4067175" cy="2552700"/>
            </a:xfrm>
            <a:prstGeom prst="rect">
              <a:avLst/>
            </a:prstGeom>
            <a:solidFill>
              <a:srgbClr val="CBE0EC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946552" y="4824892"/>
              <a:ext cx="1624699" cy="1810728"/>
              <a:chOff x="946552" y="4824892"/>
              <a:chExt cx="1624699" cy="1810728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428731" y="4908528"/>
                <a:ext cx="1015937" cy="1727092"/>
              </a:xfrm>
              <a:custGeom>
                <a:avLst/>
                <a:gdLst/>
                <a:ahLst/>
                <a:cxnLst/>
                <a:rect l="l" t="t" r="r" b="b"/>
                <a:pathLst>
                  <a:path w="1015937" h="1727092">
                    <a:moveTo>
                      <a:pt x="0" y="1727092"/>
                    </a:moveTo>
                    <a:cubicBezTo>
                      <a:pt x="101594" y="1066733"/>
                      <a:pt x="406375" y="507968"/>
                      <a:pt x="1015937" y="0"/>
                    </a:cubicBezTo>
                  </a:path>
                </a:pathLst>
              </a:custGeom>
              <a:noFill/>
              <a:ln w="10159" cap="rnd">
                <a:solidFill>
                  <a:srgbClr val="5A6AA8"/>
                </a:solidFill>
              </a:ln>
            </p:spPr>
          </p:sp>
          <p:grpSp>
            <p:nvGrpSpPr>
              <p:cNvPr id="12" name="Group 12"/>
              <p:cNvGrpSpPr/>
              <p:nvPr/>
            </p:nvGrpSpPr>
            <p:grpSpPr>
              <a:xfrm>
                <a:off x="1471738" y="5571660"/>
                <a:ext cx="549700" cy="462464"/>
                <a:chOff x="1471738" y="5571660"/>
                <a:chExt cx="549700" cy="462464"/>
              </a:xfrm>
            </p:grpSpPr>
            <p:sp>
              <p:nvSpPr>
                <p:cNvPr id="5" name="Freeform 5"/>
                <p:cNvSpPr/>
                <p:nvPr/>
              </p:nvSpPr>
              <p:spPr>
                <a:xfrm>
                  <a:off x="1523856" y="5589254"/>
                  <a:ext cx="213006" cy="2117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06" h="211774">
                      <a:moveTo>
                        <a:pt x="174606" y="211774"/>
                      </a:moveTo>
                      <a:cubicBezTo>
                        <a:pt x="74294" y="205572"/>
                        <a:pt x="0" y="86677"/>
                        <a:pt x="50782" y="13614"/>
                      </a:cubicBezTo>
                      <a:cubicBezTo>
                        <a:pt x="138712" y="0"/>
                        <a:pt x="213006" y="118896"/>
                        <a:pt x="174606" y="21177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6" name="Freeform 6"/>
                <p:cNvSpPr/>
                <p:nvPr/>
              </p:nvSpPr>
              <p:spPr>
                <a:xfrm>
                  <a:off x="1673362" y="5596311"/>
                  <a:ext cx="215417" cy="2125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417" h="212537">
                      <a:moveTo>
                        <a:pt x="25100" y="204717"/>
                      </a:moveTo>
                      <a:cubicBezTo>
                        <a:pt x="0" y="107399"/>
                        <a:pt x="90118" y="0"/>
                        <a:pt x="175297" y="25719"/>
                      </a:cubicBezTo>
                      <a:cubicBezTo>
                        <a:pt x="215417" y="105138"/>
                        <a:pt x="125299" y="212537"/>
                        <a:pt x="25100" y="20471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7" name="Freeform 7"/>
                <p:cNvSpPr/>
                <p:nvPr/>
              </p:nvSpPr>
              <p:spPr>
                <a:xfrm>
                  <a:off x="1698462" y="5747083"/>
                  <a:ext cx="216651" cy="204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651" h="204175">
                      <a:moveTo>
                        <a:pt x="0" y="53945"/>
                      </a:moveTo>
                      <a:cubicBezTo>
                        <a:pt x="84799" y="0"/>
                        <a:pt x="214790" y="52520"/>
                        <a:pt x="216651" y="141477"/>
                      </a:cubicBezTo>
                      <a:cubicBezTo>
                        <a:pt x="153517" y="204175"/>
                        <a:pt x="23526" y="151656"/>
                        <a:pt x="0" y="5394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8" name="Freeform 8"/>
                <p:cNvSpPr/>
                <p:nvPr/>
              </p:nvSpPr>
              <p:spPr>
                <a:xfrm>
                  <a:off x="1603024" y="5801028"/>
                  <a:ext cx="172947" cy="2330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47" h="233096">
                      <a:moveTo>
                        <a:pt x="95438" y="0"/>
                      </a:moveTo>
                      <a:cubicBezTo>
                        <a:pt x="172947" y="63979"/>
                        <a:pt x="163167" y="203837"/>
                        <a:pt x="79139" y="233096"/>
                      </a:cubicBezTo>
                      <a:cubicBezTo>
                        <a:pt x="0" y="192427"/>
                        <a:pt x="9780" y="52569"/>
                        <a:pt x="95438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1471738" y="5735807"/>
                  <a:ext cx="226725" cy="192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725" h="192624">
                      <a:moveTo>
                        <a:pt x="226725" y="65221"/>
                      </a:moveTo>
                      <a:cubicBezTo>
                        <a:pt x="189828" y="158707"/>
                        <a:pt x="53794" y="192624"/>
                        <a:pt x="0" y="121750"/>
                      </a:cubicBezTo>
                      <a:cubicBezTo>
                        <a:pt x="14224" y="33917"/>
                        <a:pt x="150258" y="0"/>
                        <a:pt x="226725" y="652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1698462" y="5571660"/>
                  <a:ext cx="322976" cy="3427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976" h="342791">
                      <a:moveTo>
                        <a:pt x="0" y="229368"/>
                      </a:moveTo>
                      <a:cubicBezTo>
                        <a:pt x="56773" y="70722"/>
                        <a:pt x="243836" y="0"/>
                        <a:pt x="249397" y="167186"/>
                      </a:cubicBezTo>
                      <a:cubicBezTo>
                        <a:pt x="322976" y="317414"/>
                        <a:pt x="124607" y="342791"/>
                        <a:pt x="0" y="22936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11" name="Ellipse 11"/>
                <p:cNvSpPr/>
                <p:nvPr/>
              </p:nvSpPr>
              <p:spPr>
                <a:xfrm rot="-7320000">
                  <a:off x="1673064" y="5775630"/>
                  <a:ext cx="50797" cy="50797"/>
                </a:xfrm>
                <a:prstGeom prst="ellipse">
                  <a:avLst/>
                </a:prstGeom>
                <a:solidFill>
                  <a:srgbClr val="5A6AA8"/>
                </a:solidFill>
                <a:ln>
                  <a:noFill/>
                </a:ln>
              </p:spPr>
            </p:sp>
          </p:grpSp>
          <p:grpSp>
            <p:nvGrpSpPr>
              <p:cNvPr id="20" name="Group 20"/>
              <p:cNvGrpSpPr/>
              <p:nvPr/>
            </p:nvGrpSpPr>
            <p:grpSpPr>
              <a:xfrm>
                <a:off x="1777469" y="5195515"/>
                <a:ext cx="453676" cy="377271"/>
                <a:chOff x="1777469" y="5195515"/>
                <a:chExt cx="453676" cy="377271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1850406" y="5195515"/>
                  <a:ext cx="172536" cy="1854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536" h="185424">
                      <a:moveTo>
                        <a:pt x="125407" y="185424"/>
                      </a:moveTo>
                      <a:cubicBezTo>
                        <a:pt x="42597" y="163889"/>
                        <a:pt x="0" y="52919"/>
                        <a:pt x="54229" y="0"/>
                      </a:cubicBezTo>
                      <a:cubicBezTo>
                        <a:pt x="129939" y="3040"/>
                        <a:pt x="172536" y="114010"/>
                        <a:pt x="125407" y="18542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1970704" y="5220723"/>
                  <a:ext cx="179966" cy="182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966" h="182970">
                      <a:moveTo>
                        <a:pt x="5108" y="160215"/>
                      </a:moveTo>
                      <a:cubicBezTo>
                        <a:pt x="0" y="74804"/>
                        <a:pt x="92375" y="0"/>
                        <a:pt x="159462" y="35222"/>
                      </a:cubicBezTo>
                      <a:cubicBezTo>
                        <a:pt x="179966" y="108166"/>
                        <a:pt x="87591" y="182970"/>
                        <a:pt x="5108" y="16021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1975813" y="5349686"/>
                  <a:ext cx="179340" cy="181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340" h="181467">
                      <a:moveTo>
                        <a:pt x="0" y="31252"/>
                      </a:moveTo>
                      <a:cubicBezTo>
                        <a:pt x="79652" y="0"/>
                        <a:pt x="179340" y="64738"/>
                        <a:pt x="166573" y="139426"/>
                      </a:cubicBezTo>
                      <a:cubicBezTo>
                        <a:pt x="103536" y="181467"/>
                        <a:pt x="3847" y="116729"/>
                        <a:pt x="0" y="3125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1864944" y="5380938"/>
                  <a:ext cx="165205" cy="1918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05" h="191848">
                      <a:moveTo>
                        <a:pt x="110869" y="0"/>
                      </a:moveTo>
                      <a:cubicBezTo>
                        <a:pt x="165205" y="66096"/>
                        <a:pt x="134441" y="180911"/>
                        <a:pt x="59464" y="191848"/>
                      </a:cubicBezTo>
                      <a:cubicBezTo>
                        <a:pt x="0" y="144887"/>
                        <a:pt x="30764" y="30073"/>
                        <a:pt x="110869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1777469" y="5314047"/>
                  <a:ext cx="198343" cy="1452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343" h="145213">
                      <a:moveTo>
                        <a:pt x="198343" y="66891"/>
                      </a:moveTo>
                      <a:cubicBezTo>
                        <a:pt x="152273" y="138993"/>
                        <a:pt x="33571" y="145213"/>
                        <a:pt x="0" y="77286"/>
                      </a:cubicBezTo>
                      <a:cubicBezTo>
                        <a:pt x="26287" y="6221"/>
                        <a:pt x="144989" y="0"/>
                        <a:pt x="198343" y="6689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1975813" y="5229098"/>
                  <a:ext cx="255332" cy="2776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332" h="277681">
                      <a:moveTo>
                        <a:pt x="0" y="151840"/>
                      </a:moveTo>
                      <a:cubicBezTo>
                        <a:pt x="73101" y="28677"/>
                        <a:pt x="240780" y="0"/>
                        <a:pt x="218127" y="140409"/>
                      </a:cubicBezTo>
                      <a:cubicBezTo>
                        <a:pt x="255332" y="277681"/>
                        <a:pt x="85574" y="266689"/>
                        <a:pt x="0" y="1518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19" name="Ellipse 19"/>
                <p:cNvSpPr/>
                <p:nvPr/>
              </p:nvSpPr>
              <p:spPr>
                <a:xfrm rot="-6660000">
                  <a:off x="1950414" y="5355540"/>
                  <a:ext cx="50797" cy="50797"/>
                </a:xfrm>
                <a:prstGeom prst="ellipse">
                  <a:avLst/>
                </a:prstGeom>
                <a:solidFill>
                  <a:srgbClr val="5A6AA8"/>
                </a:solidFill>
                <a:ln>
                  <a:noFill/>
                </a:ln>
              </p:spPr>
            </p:sp>
          </p:grpSp>
          <p:grpSp>
            <p:nvGrpSpPr>
              <p:cNvPr id="28" name="Group 28"/>
              <p:cNvGrpSpPr/>
              <p:nvPr/>
            </p:nvGrpSpPr>
            <p:grpSpPr>
              <a:xfrm>
                <a:off x="2192783" y="4824892"/>
                <a:ext cx="378468" cy="310784"/>
                <a:chOff x="2192783" y="4824892"/>
                <a:chExt cx="378468" cy="310784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2271486" y="4824892"/>
                  <a:ext cx="132014" cy="1603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14" h="160339">
                      <a:moveTo>
                        <a:pt x="83779" y="160339"/>
                      </a:moveTo>
                      <a:cubicBezTo>
                        <a:pt x="19478" y="131849"/>
                        <a:pt x="0" y="35247"/>
                        <a:pt x="51449" y="0"/>
                      </a:cubicBezTo>
                      <a:cubicBezTo>
                        <a:pt x="112536" y="12556"/>
                        <a:pt x="132014" y="109157"/>
                        <a:pt x="83779" y="16033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2355265" y="4866897"/>
                  <a:ext cx="149436" cy="1483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436" h="148393">
                      <a:moveTo>
                        <a:pt x="0" y="118334"/>
                      </a:moveTo>
                      <a:cubicBezTo>
                        <a:pt x="7226" y="48377"/>
                        <a:pt x="93080" y="0"/>
                        <a:pt x="142501" y="38039"/>
                      </a:cubicBezTo>
                      <a:cubicBezTo>
                        <a:pt x="149436" y="100016"/>
                        <a:pt x="63582" y="148393"/>
                        <a:pt x="0" y="11833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2346325" y="4970485"/>
                  <a:ext cx="150245" cy="1512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45" h="151208">
                      <a:moveTo>
                        <a:pt x="8940" y="14746"/>
                      </a:moveTo>
                      <a:cubicBezTo>
                        <a:pt x="77706" y="0"/>
                        <a:pt x="150245" y="66703"/>
                        <a:pt x="129340" y="125459"/>
                      </a:cubicBezTo>
                      <a:cubicBezTo>
                        <a:pt x="72539" y="151208"/>
                        <a:pt x="0" y="84505"/>
                        <a:pt x="8940" y="1474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2245135" y="4985231"/>
                  <a:ext cx="145404" cy="1504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404" h="150445">
                      <a:moveTo>
                        <a:pt x="110130" y="0"/>
                      </a:moveTo>
                      <a:cubicBezTo>
                        <a:pt x="145404" y="60844"/>
                        <a:pt x="104381" y="150445"/>
                        <a:pt x="42041" y="148720"/>
                      </a:cubicBezTo>
                      <a:cubicBezTo>
                        <a:pt x="0" y="102656"/>
                        <a:pt x="41023" y="13054"/>
                        <a:pt x="11013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2192783" y="4912214"/>
                  <a:ext cx="162482" cy="1253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482" h="125367">
                      <a:moveTo>
                        <a:pt x="162482" y="73017"/>
                      </a:moveTo>
                      <a:cubicBezTo>
                        <a:pt x="115516" y="125367"/>
                        <a:pt x="17623" y="114040"/>
                        <a:pt x="0" y="54218"/>
                      </a:cubicBezTo>
                      <a:cubicBezTo>
                        <a:pt x="30818" y="0"/>
                        <a:pt x="128711" y="11327"/>
                        <a:pt x="162482" y="7301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2355265" y="4895166"/>
                  <a:ext cx="215986" cy="2270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986" h="227071">
                      <a:moveTo>
                        <a:pt x="0" y="90065"/>
                      </a:moveTo>
                      <a:cubicBezTo>
                        <a:pt x="76362" y="208"/>
                        <a:pt x="215986" y="0"/>
                        <a:pt x="178730" y="110745"/>
                      </a:cubicBezTo>
                      <a:cubicBezTo>
                        <a:pt x="189713" y="227071"/>
                        <a:pt x="53825" y="194985"/>
                        <a:pt x="0" y="9006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27" name="Ellipse 27"/>
                <p:cNvSpPr/>
                <p:nvPr/>
              </p:nvSpPr>
              <p:spPr>
                <a:xfrm rot="-6084000">
                  <a:off x="2329867" y="4959833"/>
                  <a:ext cx="50797" cy="50797"/>
                </a:xfrm>
                <a:prstGeom prst="ellipse">
                  <a:avLst/>
                </a:prstGeom>
                <a:solidFill>
                  <a:srgbClr val="5A6AA8"/>
                </a:solidFill>
                <a:ln>
                  <a:noFill/>
                </a:ln>
              </p:spPr>
            </p:sp>
          </p:grpSp>
          <p:grpSp>
            <p:nvGrpSpPr>
              <p:cNvPr id="31" name="Group 31"/>
              <p:cNvGrpSpPr/>
              <p:nvPr/>
            </p:nvGrpSpPr>
            <p:grpSpPr>
              <a:xfrm>
                <a:off x="946552" y="6097173"/>
                <a:ext cx="527896" cy="304781"/>
                <a:chOff x="946552" y="6097173"/>
                <a:chExt cx="527896" cy="304781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946552" y="6097173"/>
                  <a:ext cx="527896" cy="304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7896" h="304781">
                      <a:moveTo>
                        <a:pt x="527896" y="304781"/>
                      </a:moveTo>
                      <a:cubicBezTo>
                        <a:pt x="333969" y="274935"/>
                        <a:pt x="122811" y="153022"/>
                        <a:pt x="0" y="0"/>
                      </a:cubicBezTo>
                      <a:cubicBezTo>
                        <a:pt x="193927" y="29846"/>
                        <a:pt x="405085" y="151759"/>
                        <a:pt x="527896" y="30478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1025736" y="6142891"/>
                  <a:ext cx="406480" cy="2346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6480" h="234681">
                      <a:moveTo>
                        <a:pt x="406480" y="234681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4064">
                  <a:solidFill>
                    <a:srgbClr val="C7CEE4"/>
                  </a:solidFill>
                </a:ln>
              </p:spPr>
            </p:sp>
          </p:grpSp>
          <p:grpSp>
            <p:nvGrpSpPr>
              <p:cNvPr id="34" name="Group 34"/>
              <p:cNvGrpSpPr/>
              <p:nvPr/>
            </p:nvGrpSpPr>
            <p:grpSpPr>
              <a:xfrm>
                <a:off x="1526261" y="5909225"/>
                <a:ext cx="527896" cy="304781"/>
                <a:chOff x="1526261" y="5909225"/>
                <a:chExt cx="527896" cy="304781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1526261" y="5909225"/>
                  <a:ext cx="527896" cy="304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7896" h="304781">
                      <a:moveTo>
                        <a:pt x="0" y="304781"/>
                      </a:moveTo>
                      <a:cubicBezTo>
                        <a:pt x="122811" y="151759"/>
                        <a:pt x="333969" y="29846"/>
                        <a:pt x="527896" y="0"/>
                      </a:cubicBezTo>
                      <a:cubicBezTo>
                        <a:pt x="405085" y="153022"/>
                        <a:pt x="193927" y="274935"/>
                        <a:pt x="0" y="30478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1568493" y="5954942"/>
                  <a:ext cx="406480" cy="2346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6480" h="234681">
                      <a:moveTo>
                        <a:pt x="0" y="234681"/>
                      </a:moveTo>
                      <a:lnTo>
                        <a:pt x="406480" y="0"/>
                      </a:lnTo>
                    </a:path>
                  </a:pathLst>
                </a:custGeom>
                <a:noFill/>
                <a:ln w="4064">
                  <a:solidFill>
                    <a:srgbClr val="C7CEE4"/>
                  </a:solidFill>
                </a:ln>
              </p:spPr>
            </p:sp>
          </p:grpSp>
        </p:grpSp>
        <p:sp>
          <p:nvSpPr>
            <p:cNvPr id="36" name="Rectangle 36"/>
            <p:cNvSpPr/>
            <p:nvPr/>
          </p:nvSpPr>
          <p:spPr>
            <a:xfrm>
              <a:off x="4067175" y="4305300"/>
              <a:ext cx="4067175" cy="2552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067175" y="4305300"/>
              <a:ext cx="28575" cy="2552700"/>
            </a:xfrm>
            <a:prstGeom prst="rect">
              <a:avLst/>
            </a:prstGeom>
            <a:solidFill>
              <a:srgbClr val="0A1138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5013727" y="4824892"/>
              <a:ext cx="1624699" cy="1810728"/>
              <a:chOff x="5013727" y="4824892"/>
              <a:chExt cx="1624699" cy="1810728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5495906" y="4908528"/>
                <a:ext cx="1015936" cy="1727092"/>
              </a:xfrm>
              <a:custGeom>
                <a:avLst/>
                <a:gdLst/>
                <a:ahLst/>
                <a:cxnLst/>
                <a:rect l="l" t="t" r="r" b="b"/>
                <a:pathLst>
                  <a:path w="1015936" h="1727092">
                    <a:moveTo>
                      <a:pt x="0" y="1727092"/>
                    </a:moveTo>
                    <a:cubicBezTo>
                      <a:pt x="101594" y="1066733"/>
                      <a:pt x="406375" y="507968"/>
                      <a:pt x="1015936" y="0"/>
                    </a:cubicBezTo>
                  </a:path>
                </a:pathLst>
              </a:custGeom>
              <a:noFill/>
              <a:ln w="10159" cap="rnd">
                <a:solidFill>
                  <a:srgbClr val="5A6AA8"/>
                </a:solidFill>
              </a:ln>
            </p:spPr>
          </p:sp>
          <p:grpSp>
            <p:nvGrpSpPr>
              <p:cNvPr id="46" name="Group 46"/>
              <p:cNvGrpSpPr/>
              <p:nvPr/>
            </p:nvGrpSpPr>
            <p:grpSpPr>
              <a:xfrm>
                <a:off x="5538913" y="5571660"/>
                <a:ext cx="549700" cy="462464"/>
                <a:chOff x="5538913" y="5571660"/>
                <a:chExt cx="549700" cy="462464"/>
              </a:xfrm>
            </p:grpSpPr>
            <p:sp>
              <p:nvSpPr>
                <p:cNvPr id="39" name="Freeform 39"/>
                <p:cNvSpPr/>
                <p:nvPr/>
              </p:nvSpPr>
              <p:spPr>
                <a:xfrm>
                  <a:off x="5591031" y="5589254"/>
                  <a:ext cx="213006" cy="2117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06" h="211774">
                      <a:moveTo>
                        <a:pt x="174606" y="211774"/>
                      </a:moveTo>
                      <a:cubicBezTo>
                        <a:pt x="74294" y="205572"/>
                        <a:pt x="0" y="86677"/>
                        <a:pt x="50782" y="13614"/>
                      </a:cubicBezTo>
                      <a:cubicBezTo>
                        <a:pt x="138712" y="0"/>
                        <a:pt x="213006" y="118896"/>
                        <a:pt x="174606" y="21177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5740537" y="5596311"/>
                  <a:ext cx="215417" cy="2125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417" h="212537">
                      <a:moveTo>
                        <a:pt x="25100" y="204717"/>
                      </a:moveTo>
                      <a:cubicBezTo>
                        <a:pt x="0" y="107399"/>
                        <a:pt x="90118" y="0"/>
                        <a:pt x="175297" y="25719"/>
                      </a:cubicBezTo>
                      <a:cubicBezTo>
                        <a:pt x="215417" y="105138"/>
                        <a:pt x="125299" y="212537"/>
                        <a:pt x="25100" y="20471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5765637" y="5747083"/>
                  <a:ext cx="216651" cy="204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651" h="204175">
                      <a:moveTo>
                        <a:pt x="0" y="53945"/>
                      </a:moveTo>
                      <a:cubicBezTo>
                        <a:pt x="84799" y="0"/>
                        <a:pt x="214790" y="52520"/>
                        <a:pt x="216651" y="141477"/>
                      </a:cubicBezTo>
                      <a:cubicBezTo>
                        <a:pt x="153517" y="204175"/>
                        <a:pt x="23526" y="151656"/>
                        <a:pt x="0" y="5394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5670199" y="5801028"/>
                  <a:ext cx="172947" cy="2330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47" h="233096">
                      <a:moveTo>
                        <a:pt x="95438" y="0"/>
                      </a:moveTo>
                      <a:cubicBezTo>
                        <a:pt x="172947" y="63979"/>
                        <a:pt x="163167" y="203837"/>
                        <a:pt x="79139" y="233096"/>
                      </a:cubicBezTo>
                      <a:cubicBezTo>
                        <a:pt x="0" y="192427"/>
                        <a:pt x="9780" y="52569"/>
                        <a:pt x="95438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5538913" y="5735807"/>
                  <a:ext cx="226725" cy="192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725" h="192624">
                      <a:moveTo>
                        <a:pt x="226725" y="65221"/>
                      </a:moveTo>
                      <a:cubicBezTo>
                        <a:pt x="189828" y="158707"/>
                        <a:pt x="53794" y="192624"/>
                        <a:pt x="0" y="121750"/>
                      </a:cubicBezTo>
                      <a:cubicBezTo>
                        <a:pt x="14224" y="33917"/>
                        <a:pt x="150258" y="0"/>
                        <a:pt x="226725" y="652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5765637" y="5571660"/>
                  <a:ext cx="322976" cy="3427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976" h="342791">
                      <a:moveTo>
                        <a:pt x="0" y="229368"/>
                      </a:moveTo>
                      <a:cubicBezTo>
                        <a:pt x="56773" y="70722"/>
                        <a:pt x="243836" y="0"/>
                        <a:pt x="249397" y="167186"/>
                      </a:cubicBezTo>
                      <a:cubicBezTo>
                        <a:pt x="322976" y="317414"/>
                        <a:pt x="124607" y="342791"/>
                        <a:pt x="0" y="229368"/>
                      </a:cubicBezTo>
                      <a:close/>
                    </a:path>
                  </a:pathLst>
                </a:custGeom>
                <a:solidFill>
                  <a:srgbClr val="CBE0EC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45" name="Ellipse 45"/>
                <p:cNvSpPr/>
                <p:nvPr/>
              </p:nvSpPr>
              <p:spPr>
                <a:xfrm rot="-7320000">
                  <a:off x="5740239" y="5775630"/>
                  <a:ext cx="50797" cy="50797"/>
                </a:xfrm>
                <a:prstGeom prst="ellipse">
                  <a:avLst/>
                </a:prstGeom>
                <a:solidFill>
                  <a:srgbClr val="5A6AA8"/>
                </a:solidFill>
                <a:ln>
                  <a:noFill/>
                </a:ln>
              </p:spPr>
            </p:sp>
          </p:grpSp>
          <p:grpSp>
            <p:nvGrpSpPr>
              <p:cNvPr id="54" name="Group 54"/>
              <p:cNvGrpSpPr/>
              <p:nvPr/>
            </p:nvGrpSpPr>
            <p:grpSpPr>
              <a:xfrm>
                <a:off x="5844644" y="5195515"/>
                <a:ext cx="453676" cy="377271"/>
                <a:chOff x="5844644" y="5195515"/>
                <a:chExt cx="453676" cy="377271"/>
              </a:xfrm>
            </p:grpSpPr>
            <p:sp>
              <p:nvSpPr>
                <p:cNvPr id="47" name="Freeform 47"/>
                <p:cNvSpPr/>
                <p:nvPr/>
              </p:nvSpPr>
              <p:spPr>
                <a:xfrm>
                  <a:off x="5917581" y="5195515"/>
                  <a:ext cx="172536" cy="1854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536" h="185424">
                      <a:moveTo>
                        <a:pt x="125407" y="185424"/>
                      </a:moveTo>
                      <a:cubicBezTo>
                        <a:pt x="42597" y="163889"/>
                        <a:pt x="0" y="52919"/>
                        <a:pt x="54229" y="0"/>
                      </a:cubicBezTo>
                      <a:cubicBezTo>
                        <a:pt x="129939" y="3040"/>
                        <a:pt x="172536" y="114010"/>
                        <a:pt x="125407" y="18542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6037879" y="5220723"/>
                  <a:ext cx="179966" cy="182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966" h="182970">
                      <a:moveTo>
                        <a:pt x="5108" y="160215"/>
                      </a:moveTo>
                      <a:cubicBezTo>
                        <a:pt x="0" y="74804"/>
                        <a:pt x="92375" y="0"/>
                        <a:pt x="159462" y="35222"/>
                      </a:cubicBezTo>
                      <a:cubicBezTo>
                        <a:pt x="179966" y="108166"/>
                        <a:pt x="87591" y="182970"/>
                        <a:pt x="5108" y="16021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6042988" y="5349686"/>
                  <a:ext cx="179340" cy="181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340" h="181467">
                      <a:moveTo>
                        <a:pt x="0" y="31252"/>
                      </a:moveTo>
                      <a:cubicBezTo>
                        <a:pt x="79652" y="0"/>
                        <a:pt x="179340" y="64738"/>
                        <a:pt x="166573" y="139426"/>
                      </a:cubicBezTo>
                      <a:cubicBezTo>
                        <a:pt x="103536" y="181467"/>
                        <a:pt x="3847" y="116729"/>
                        <a:pt x="0" y="3125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5932119" y="5380938"/>
                  <a:ext cx="165205" cy="1918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05" h="191848">
                      <a:moveTo>
                        <a:pt x="110869" y="0"/>
                      </a:moveTo>
                      <a:cubicBezTo>
                        <a:pt x="165205" y="66096"/>
                        <a:pt x="134441" y="180911"/>
                        <a:pt x="59464" y="191848"/>
                      </a:cubicBezTo>
                      <a:cubicBezTo>
                        <a:pt x="0" y="144887"/>
                        <a:pt x="30764" y="30073"/>
                        <a:pt x="110869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5844644" y="5314047"/>
                  <a:ext cx="198343" cy="1452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343" h="145213">
                      <a:moveTo>
                        <a:pt x="198343" y="66891"/>
                      </a:moveTo>
                      <a:cubicBezTo>
                        <a:pt x="152273" y="138993"/>
                        <a:pt x="33571" y="145213"/>
                        <a:pt x="0" y="77286"/>
                      </a:cubicBezTo>
                      <a:cubicBezTo>
                        <a:pt x="26287" y="6221"/>
                        <a:pt x="144989" y="0"/>
                        <a:pt x="198343" y="6689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6042988" y="5229098"/>
                  <a:ext cx="255332" cy="2776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332" h="277681">
                      <a:moveTo>
                        <a:pt x="0" y="151840"/>
                      </a:moveTo>
                      <a:cubicBezTo>
                        <a:pt x="73101" y="28677"/>
                        <a:pt x="240780" y="0"/>
                        <a:pt x="218127" y="140409"/>
                      </a:cubicBezTo>
                      <a:cubicBezTo>
                        <a:pt x="255332" y="277681"/>
                        <a:pt x="85574" y="266689"/>
                        <a:pt x="0" y="151840"/>
                      </a:cubicBezTo>
                      <a:close/>
                    </a:path>
                  </a:pathLst>
                </a:custGeom>
                <a:solidFill>
                  <a:srgbClr val="CBE0EC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53" name="Ellipse 53"/>
                <p:cNvSpPr/>
                <p:nvPr/>
              </p:nvSpPr>
              <p:spPr>
                <a:xfrm rot="-6660000">
                  <a:off x="6017589" y="5355540"/>
                  <a:ext cx="50797" cy="50797"/>
                </a:xfrm>
                <a:prstGeom prst="ellipse">
                  <a:avLst/>
                </a:prstGeom>
                <a:solidFill>
                  <a:srgbClr val="5A6AA8"/>
                </a:solidFill>
                <a:ln>
                  <a:noFill/>
                </a:ln>
              </p:spPr>
            </p:sp>
          </p:grpSp>
          <p:grpSp>
            <p:nvGrpSpPr>
              <p:cNvPr id="62" name="Group 62"/>
              <p:cNvGrpSpPr/>
              <p:nvPr/>
            </p:nvGrpSpPr>
            <p:grpSpPr>
              <a:xfrm>
                <a:off x="6259958" y="4824892"/>
                <a:ext cx="378468" cy="310784"/>
                <a:chOff x="6259958" y="4824892"/>
                <a:chExt cx="378468" cy="310784"/>
              </a:xfrm>
            </p:grpSpPr>
            <p:sp>
              <p:nvSpPr>
                <p:cNvPr id="55" name="Freeform 55"/>
                <p:cNvSpPr/>
                <p:nvPr/>
              </p:nvSpPr>
              <p:spPr>
                <a:xfrm>
                  <a:off x="6338661" y="4824892"/>
                  <a:ext cx="132014" cy="1603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14" h="160339">
                      <a:moveTo>
                        <a:pt x="83779" y="160339"/>
                      </a:moveTo>
                      <a:cubicBezTo>
                        <a:pt x="19478" y="131849"/>
                        <a:pt x="0" y="35247"/>
                        <a:pt x="51449" y="0"/>
                      </a:cubicBezTo>
                      <a:cubicBezTo>
                        <a:pt x="112536" y="12556"/>
                        <a:pt x="132014" y="109157"/>
                        <a:pt x="83779" y="16033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6422440" y="4866897"/>
                  <a:ext cx="149436" cy="1483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436" h="148393">
                      <a:moveTo>
                        <a:pt x="0" y="118334"/>
                      </a:moveTo>
                      <a:cubicBezTo>
                        <a:pt x="7226" y="48377"/>
                        <a:pt x="93080" y="0"/>
                        <a:pt x="142501" y="38039"/>
                      </a:cubicBezTo>
                      <a:cubicBezTo>
                        <a:pt x="149436" y="100016"/>
                        <a:pt x="63582" y="148393"/>
                        <a:pt x="0" y="11833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6413500" y="4970485"/>
                  <a:ext cx="150245" cy="1512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45" h="151208">
                      <a:moveTo>
                        <a:pt x="8940" y="14746"/>
                      </a:moveTo>
                      <a:cubicBezTo>
                        <a:pt x="77706" y="0"/>
                        <a:pt x="150245" y="66703"/>
                        <a:pt x="129340" y="125459"/>
                      </a:cubicBezTo>
                      <a:cubicBezTo>
                        <a:pt x="72539" y="151208"/>
                        <a:pt x="0" y="84505"/>
                        <a:pt x="8940" y="1474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6312310" y="4985231"/>
                  <a:ext cx="145404" cy="1504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404" h="150445">
                      <a:moveTo>
                        <a:pt x="110130" y="0"/>
                      </a:moveTo>
                      <a:cubicBezTo>
                        <a:pt x="145404" y="60844"/>
                        <a:pt x="104381" y="150445"/>
                        <a:pt x="42041" y="148720"/>
                      </a:cubicBezTo>
                      <a:cubicBezTo>
                        <a:pt x="0" y="102656"/>
                        <a:pt x="41023" y="13054"/>
                        <a:pt x="11013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6259958" y="4912214"/>
                  <a:ext cx="162482" cy="1253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482" h="125367">
                      <a:moveTo>
                        <a:pt x="162482" y="73017"/>
                      </a:moveTo>
                      <a:cubicBezTo>
                        <a:pt x="115516" y="125367"/>
                        <a:pt x="17623" y="114040"/>
                        <a:pt x="0" y="54218"/>
                      </a:cubicBezTo>
                      <a:cubicBezTo>
                        <a:pt x="30818" y="0"/>
                        <a:pt x="128711" y="11327"/>
                        <a:pt x="162482" y="7301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6422440" y="4895166"/>
                  <a:ext cx="215986" cy="2270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986" h="227071">
                      <a:moveTo>
                        <a:pt x="0" y="90065"/>
                      </a:moveTo>
                      <a:cubicBezTo>
                        <a:pt x="76362" y="208"/>
                        <a:pt x="215986" y="0"/>
                        <a:pt x="178730" y="110745"/>
                      </a:cubicBezTo>
                      <a:cubicBezTo>
                        <a:pt x="189713" y="227071"/>
                        <a:pt x="53825" y="194985"/>
                        <a:pt x="0" y="90065"/>
                      </a:cubicBezTo>
                      <a:close/>
                    </a:path>
                  </a:pathLst>
                </a:custGeom>
                <a:solidFill>
                  <a:srgbClr val="CBE0EC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61" name="Ellipse 61"/>
                <p:cNvSpPr/>
                <p:nvPr/>
              </p:nvSpPr>
              <p:spPr>
                <a:xfrm rot="-6084000">
                  <a:off x="6397042" y="4959833"/>
                  <a:ext cx="50797" cy="50797"/>
                </a:xfrm>
                <a:prstGeom prst="ellipse">
                  <a:avLst/>
                </a:prstGeom>
                <a:solidFill>
                  <a:srgbClr val="5A6AA8"/>
                </a:solidFill>
                <a:ln>
                  <a:noFill/>
                </a:ln>
              </p:spPr>
            </p:sp>
          </p:grpSp>
          <p:grpSp>
            <p:nvGrpSpPr>
              <p:cNvPr id="65" name="Group 65"/>
              <p:cNvGrpSpPr/>
              <p:nvPr/>
            </p:nvGrpSpPr>
            <p:grpSpPr>
              <a:xfrm>
                <a:off x="5013727" y="6097173"/>
                <a:ext cx="527896" cy="304781"/>
                <a:chOff x="5013727" y="6097173"/>
                <a:chExt cx="527896" cy="304781"/>
              </a:xfrm>
            </p:grpSpPr>
            <p:sp>
              <p:nvSpPr>
                <p:cNvPr id="63" name="Freeform 63"/>
                <p:cNvSpPr/>
                <p:nvPr/>
              </p:nvSpPr>
              <p:spPr>
                <a:xfrm>
                  <a:off x="5013727" y="6097173"/>
                  <a:ext cx="527896" cy="304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7896" h="304781">
                      <a:moveTo>
                        <a:pt x="527896" y="304781"/>
                      </a:moveTo>
                      <a:cubicBezTo>
                        <a:pt x="333969" y="274935"/>
                        <a:pt x="122811" y="153022"/>
                        <a:pt x="0" y="0"/>
                      </a:cubicBezTo>
                      <a:cubicBezTo>
                        <a:pt x="193927" y="29846"/>
                        <a:pt x="405085" y="151759"/>
                        <a:pt x="527896" y="30478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64" name="Freeform 64"/>
                <p:cNvSpPr/>
                <p:nvPr/>
              </p:nvSpPr>
              <p:spPr>
                <a:xfrm>
                  <a:off x="5092911" y="6142891"/>
                  <a:ext cx="406480" cy="2346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6480" h="234681">
                      <a:moveTo>
                        <a:pt x="406480" y="234681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4064">
                  <a:solidFill>
                    <a:srgbClr val="C7CEE4"/>
                  </a:solidFill>
                </a:ln>
              </p:spPr>
            </p:sp>
          </p:grpSp>
          <p:grpSp>
            <p:nvGrpSpPr>
              <p:cNvPr id="68" name="Group 68"/>
              <p:cNvGrpSpPr/>
              <p:nvPr/>
            </p:nvGrpSpPr>
            <p:grpSpPr>
              <a:xfrm>
                <a:off x="5593436" y="5909225"/>
                <a:ext cx="527896" cy="304781"/>
                <a:chOff x="5593436" y="5909225"/>
                <a:chExt cx="527896" cy="304781"/>
              </a:xfrm>
            </p:grpSpPr>
            <p:sp>
              <p:nvSpPr>
                <p:cNvPr id="66" name="Freeform 66"/>
                <p:cNvSpPr/>
                <p:nvPr/>
              </p:nvSpPr>
              <p:spPr>
                <a:xfrm>
                  <a:off x="5593436" y="5909225"/>
                  <a:ext cx="527896" cy="304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7896" h="304781">
                      <a:moveTo>
                        <a:pt x="0" y="304781"/>
                      </a:moveTo>
                      <a:cubicBezTo>
                        <a:pt x="122811" y="151759"/>
                        <a:pt x="333969" y="29846"/>
                        <a:pt x="527896" y="0"/>
                      </a:cubicBezTo>
                      <a:cubicBezTo>
                        <a:pt x="405085" y="153022"/>
                        <a:pt x="193927" y="274935"/>
                        <a:pt x="0" y="30478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67" name="Freeform 67"/>
                <p:cNvSpPr/>
                <p:nvPr/>
              </p:nvSpPr>
              <p:spPr>
                <a:xfrm>
                  <a:off x="5635668" y="5954942"/>
                  <a:ext cx="406480" cy="2346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6480" h="234681">
                      <a:moveTo>
                        <a:pt x="0" y="234681"/>
                      </a:moveTo>
                      <a:lnTo>
                        <a:pt x="406480" y="0"/>
                      </a:lnTo>
                    </a:path>
                  </a:pathLst>
                </a:custGeom>
                <a:noFill/>
                <a:ln w="4064">
                  <a:solidFill>
                    <a:srgbClr val="C7CEE4"/>
                  </a:solidFill>
                </a:ln>
              </p:spPr>
            </p:sp>
          </p:grpSp>
        </p:grpSp>
        <p:sp>
          <p:nvSpPr>
            <p:cNvPr id="70" name="Rectangle 70"/>
            <p:cNvSpPr/>
            <p:nvPr/>
          </p:nvSpPr>
          <p:spPr>
            <a:xfrm>
              <a:off x="8134350" y="4305300"/>
              <a:ext cx="4057650" cy="2552700"/>
            </a:xfrm>
            <a:prstGeom prst="rect">
              <a:avLst/>
            </a:prstGeom>
            <a:solidFill>
              <a:srgbClr val="F7E9D9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8134350" y="4305300"/>
              <a:ext cx="28575" cy="2552700"/>
            </a:xfrm>
            <a:prstGeom prst="rect">
              <a:avLst/>
            </a:prstGeom>
            <a:solidFill>
              <a:srgbClr val="0A1138"/>
            </a:solidFill>
            <a:ln>
              <a:noFill/>
            </a:ln>
          </p:spPr>
        </p:sp>
        <p:grpSp>
          <p:nvGrpSpPr>
            <p:cNvPr id="103" name="Group 103"/>
            <p:cNvGrpSpPr/>
            <p:nvPr/>
          </p:nvGrpSpPr>
          <p:grpSpPr>
            <a:xfrm>
              <a:off x="9080902" y="4824892"/>
              <a:ext cx="1624699" cy="1810728"/>
              <a:chOff x="9080902" y="4824892"/>
              <a:chExt cx="1624699" cy="1810728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9563081" y="4908528"/>
                <a:ext cx="1015936" cy="1727092"/>
              </a:xfrm>
              <a:custGeom>
                <a:avLst/>
                <a:gdLst/>
                <a:ahLst/>
                <a:cxnLst/>
                <a:rect l="l" t="t" r="r" b="b"/>
                <a:pathLst>
                  <a:path w="1015936" h="1727092">
                    <a:moveTo>
                      <a:pt x="0" y="1727092"/>
                    </a:moveTo>
                    <a:cubicBezTo>
                      <a:pt x="101594" y="1066733"/>
                      <a:pt x="406375" y="507968"/>
                      <a:pt x="1015936" y="0"/>
                    </a:cubicBezTo>
                  </a:path>
                </a:pathLst>
              </a:custGeom>
              <a:noFill/>
              <a:ln w="10159" cap="rnd">
                <a:solidFill>
                  <a:srgbClr val="5A6AA8"/>
                </a:solidFill>
              </a:ln>
            </p:spPr>
          </p:sp>
          <p:grpSp>
            <p:nvGrpSpPr>
              <p:cNvPr id="80" name="Group 80"/>
              <p:cNvGrpSpPr/>
              <p:nvPr/>
            </p:nvGrpSpPr>
            <p:grpSpPr>
              <a:xfrm>
                <a:off x="9606088" y="5571660"/>
                <a:ext cx="549700" cy="462464"/>
                <a:chOff x="9606088" y="5571660"/>
                <a:chExt cx="549700" cy="462464"/>
              </a:xfrm>
            </p:grpSpPr>
            <p:sp>
              <p:nvSpPr>
                <p:cNvPr id="73" name="Freeform 73"/>
                <p:cNvSpPr/>
                <p:nvPr/>
              </p:nvSpPr>
              <p:spPr>
                <a:xfrm>
                  <a:off x="9658206" y="5589254"/>
                  <a:ext cx="213006" cy="2117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006" h="211774">
                      <a:moveTo>
                        <a:pt x="174606" y="211774"/>
                      </a:moveTo>
                      <a:cubicBezTo>
                        <a:pt x="74294" y="205572"/>
                        <a:pt x="0" y="86677"/>
                        <a:pt x="50782" y="13614"/>
                      </a:cubicBezTo>
                      <a:cubicBezTo>
                        <a:pt x="138712" y="0"/>
                        <a:pt x="213006" y="118896"/>
                        <a:pt x="174606" y="21177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74" name="Freeform 74"/>
                <p:cNvSpPr/>
                <p:nvPr/>
              </p:nvSpPr>
              <p:spPr>
                <a:xfrm>
                  <a:off x="9807712" y="5596311"/>
                  <a:ext cx="215417" cy="2125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417" h="212537">
                      <a:moveTo>
                        <a:pt x="25100" y="204717"/>
                      </a:moveTo>
                      <a:cubicBezTo>
                        <a:pt x="0" y="107399"/>
                        <a:pt x="90118" y="0"/>
                        <a:pt x="175297" y="25719"/>
                      </a:cubicBezTo>
                      <a:cubicBezTo>
                        <a:pt x="215417" y="105138"/>
                        <a:pt x="125299" y="212537"/>
                        <a:pt x="25100" y="20471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75" name="Freeform 75"/>
                <p:cNvSpPr/>
                <p:nvPr/>
              </p:nvSpPr>
              <p:spPr>
                <a:xfrm>
                  <a:off x="9832812" y="5747083"/>
                  <a:ext cx="216651" cy="204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651" h="204175">
                      <a:moveTo>
                        <a:pt x="0" y="53945"/>
                      </a:moveTo>
                      <a:cubicBezTo>
                        <a:pt x="84799" y="0"/>
                        <a:pt x="214790" y="52520"/>
                        <a:pt x="216651" y="141477"/>
                      </a:cubicBezTo>
                      <a:cubicBezTo>
                        <a:pt x="153517" y="204175"/>
                        <a:pt x="23526" y="151656"/>
                        <a:pt x="0" y="5394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76" name="Freeform 76"/>
                <p:cNvSpPr/>
                <p:nvPr/>
              </p:nvSpPr>
              <p:spPr>
                <a:xfrm>
                  <a:off x="9737374" y="5801028"/>
                  <a:ext cx="172947" cy="2330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47" h="233096">
                      <a:moveTo>
                        <a:pt x="95438" y="0"/>
                      </a:moveTo>
                      <a:cubicBezTo>
                        <a:pt x="172947" y="63979"/>
                        <a:pt x="163167" y="203837"/>
                        <a:pt x="79139" y="233096"/>
                      </a:cubicBezTo>
                      <a:cubicBezTo>
                        <a:pt x="0" y="192427"/>
                        <a:pt x="9780" y="52569"/>
                        <a:pt x="95438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77" name="Freeform 77"/>
                <p:cNvSpPr/>
                <p:nvPr/>
              </p:nvSpPr>
              <p:spPr>
                <a:xfrm>
                  <a:off x="9606088" y="5735807"/>
                  <a:ext cx="226725" cy="192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725" h="192624">
                      <a:moveTo>
                        <a:pt x="226725" y="65221"/>
                      </a:moveTo>
                      <a:cubicBezTo>
                        <a:pt x="189828" y="158707"/>
                        <a:pt x="53794" y="192624"/>
                        <a:pt x="0" y="121750"/>
                      </a:cubicBezTo>
                      <a:cubicBezTo>
                        <a:pt x="14224" y="33917"/>
                        <a:pt x="150258" y="0"/>
                        <a:pt x="226725" y="652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78" name="Freeform 78"/>
                <p:cNvSpPr/>
                <p:nvPr/>
              </p:nvSpPr>
              <p:spPr>
                <a:xfrm>
                  <a:off x="9832812" y="5571660"/>
                  <a:ext cx="322976" cy="3427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976" h="342791">
                      <a:moveTo>
                        <a:pt x="0" y="229368"/>
                      </a:moveTo>
                      <a:cubicBezTo>
                        <a:pt x="56773" y="70722"/>
                        <a:pt x="243836" y="0"/>
                        <a:pt x="249397" y="167186"/>
                      </a:cubicBezTo>
                      <a:cubicBezTo>
                        <a:pt x="322976" y="317414"/>
                        <a:pt x="124607" y="342791"/>
                        <a:pt x="0" y="229368"/>
                      </a:cubicBezTo>
                      <a:close/>
                    </a:path>
                  </a:pathLst>
                </a:custGeom>
                <a:solidFill>
                  <a:srgbClr val="CBE0EC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79" name="Ellipse 79"/>
                <p:cNvSpPr/>
                <p:nvPr/>
              </p:nvSpPr>
              <p:spPr>
                <a:xfrm rot="-7320000">
                  <a:off x="9807414" y="5775630"/>
                  <a:ext cx="50797" cy="50797"/>
                </a:xfrm>
                <a:prstGeom prst="ellipse">
                  <a:avLst/>
                </a:prstGeom>
                <a:solidFill>
                  <a:srgbClr val="5A6AA8"/>
                </a:solidFill>
                <a:ln>
                  <a:noFill/>
                </a:ln>
              </p:spPr>
            </p:sp>
          </p:grpSp>
          <p:grpSp>
            <p:nvGrpSpPr>
              <p:cNvPr id="88" name="Group 88"/>
              <p:cNvGrpSpPr/>
              <p:nvPr/>
            </p:nvGrpSpPr>
            <p:grpSpPr>
              <a:xfrm>
                <a:off x="9911819" y="5195515"/>
                <a:ext cx="453676" cy="377271"/>
                <a:chOff x="9911819" y="5195515"/>
                <a:chExt cx="453676" cy="377271"/>
              </a:xfrm>
            </p:grpSpPr>
            <p:sp>
              <p:nvSpPr>
                <p:cNvPr id="81" name="Freeform 81"/>
                <p:cNvSpPr/>
                <p:nvPr/>
              </p:nvSpPr>
              <p:spPr>
                <a:xfrm>
                  <a:off x="9984756" y="5195515"/>
                  <a:ext cx="172536" cy="1854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536" h="185424">
                      <a:moveTo>
                        <a:pt x="125407" y="185424"/>
                      </a:moveTo>
                      <a:cubicBezTo>
                        <a:pt x="42597" y="163889"/>
                        <a:pt x="0" y="52919"/>
                        <a:pt x="54229" y="0"/>
                      </a:cubicBezTo>
                      <a:cubicBezTo>
                        <a:pt x="129939" y="3040"/>
                        <a:pt x="172536" y="114010"/>
                        <a:pt x="125407" y="18542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82" name="Freeform 82"/>
                <p:cNvSpPr/>
                <p:nvPr/>
              </p:nvSpPr>
              <p:spPr>
                <a:xfrm>
                  <a:off x="10105054" y="5220723"/>
                  <a:ext cx="179966" cy="182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966" h="182970">
                      <a:moveTo>
                        <a:pt x="5108" y="160215"/>
                      </a:moveTo>
                      <a:cubicBezTo>
                        <a:pt x="0" y="74804"/>
                        <a:pt x="92375" y="0"/>
                        <a:pt x="159462" y="35222"/>
                      </a:cubicBezTo>
                      <a:cubicBezTo>
                        <a:pt x="179966" y="108166"/>
                        <a:pt x="87591" y="182970"/>
                        <a:pt x="5108" y="16021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83" name="Freeform 83"/>
                <p:cNvSpPr/>
                <p:nvPr/>
              </p:nvSpPr>
              <p:spPr>
                <a:xfrm>
                  <a:off x="10110163" y="5349686"/>
                  <a:ext cx="179340" cy="181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340" h="181467">
                      <a:moveTo>
                        <a:pt x="0" y="31252"/>
                      </a:moveTo>
                      <a:cubicBezTo>
                        <a:pt x="79652" y="0"/>
                        <a:pt x="179340" y="64738"/>
                        <a:pt x="166573" y="139426"/>
                      </a:cubicBezTo>
                      <a:cubicBezTo>
                        <a:pt x="103536" y="181467"/>
                        <a:pt x="3847" y="116729"/>
                        <a:pt x="0" y="3125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84" name="Freeform 84"/>
                <p:cNvSpPr/>
                <p:nvPr/>
              </p:nvSpPr>
              <p:spPr>
                <a:xfrm>
                  <a:off x="9999294" y="5380938"/>
                  <a:ext cx="165205" cy="1918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05" h="191848">
                      <a:moveTo>
                        <a:pt x="110869" y="0"/>
                      </a:moveTo>
                      <a:cubicBezTo>
                        <a:pt x="165205" y="66096"/>
                        <a:pt x="134441" y="180911"/>
                        <a:pt x="59464" y="191848"/>
                      </a:cubicBezTo>
                      <a:cubicBezTo>
                        <a:pt x="0" y="144887"/>
                        <a:pt x="30764" y="30073"/>
                        <a:pt x="110869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85" name="Freeform 85"/>
                <p:cNvSpPr/>
                <p:nvPr/>
              </p:nvSpPr>
              <p:spPr>
                <a:xfrm>
                  <a:off x="9911819" y="5314047"/>
                  <a:ext cx="198343" cy="1452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343" h="145213">
                      <a:moveTo>
                        <a:pt x="198343" y="66891"/>
                      </a:moveTo>
                      <a:cubicBezTo>
                        <a:pt x="152273" y="138993"/>
                        <a:pt x="33571" y="145213"/>
                        <a:pt x="0" y="77286"/>
                      </a:cubicBezTo>
                      <a:cubicBezTo>
                        <a:pt x="26287" y="6221"/>
                        <a:pt x="144989" y="0"/>
                        <a:pt x="198343" y="6689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86" name="Freeform 86"/>
                <p:cNvSpPr/>
                <p:nvPr/>
              </p:nvSpPr>
              <p:spPr>
                <a:xfrm>
                  <a:off x="10110163" y="5229098"/>
                  <a:ext cx="255332" cy="2776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332" h="277681">
                      <a:moveTo>
                        <a:pt x="0" y="151840"/>
                      </a:moveTo>
                      <a:cubicBezTo>
                        <a:pt x="73101" y="28677"/>
                        <a:pt x="240780" y="0"/>
                        <a:pt x="218127" y="140409"/>
                      </a:cubicBezTo>
                      <a:cubicBezTo>
                        <a:pt x="255332" y="277681"/>
                        <a:pt x="85574" y="266689"/>
                        <a:pt x="0" y="151840"/>
                      </a:cubicBezTo>
                      <a:close/>
                    </a:path>
                  </a:pathLst>
                </a:custGeom>
                <a:solidFill>
                  <a:srgbClr val="CBE0EC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87" name="Ellipse 87"/>
                <p:cNvSpPr/>
                <p:nvPr/>
              </p:nvSpPr>
              <p:spPr>
                <a:xfrm rot="-6660000">
                  <a:off x="10084764" y="5355540"/>
                  <a:ext cx="50797" cy="50797"/>
                </a:xfrm>
                <a:prstGeom prst="ellipse">
                  <a:avLst/>
                </a:prstGeom>
                <a:solidFill>
                  <a:srgbClr val="5A6AA8"/>
                </a:solidFill>
                <a:ln>
                  <a:noFill/>
                </a:ln>
              </p:spPr>
            </p:sp>
          </p:grpSp>
          <p:grpSp>
            <p:nvGrpSpPr>
              <p:cNvPr id="96" name="Group 96"/>
              <p:cNvGrpSpPr/>
              <p:nvPr/>
            </p:nvGrpSpPr>
            <p:grpSpPr>
              <a:xfrm>
                <a:off x="10327133" y="4824892"/>
                <a:ext cx="378468" cy="310784"/>
                <a:chOff x="10327133" y="4824892"/>
                <a:chExt cx="378468" cy="310784"/>
              </a:xfrm>
            </p:grpSpPr>
            <p:sp>
              <p:nvSpPr>
                <p:cNvPr id="89" name="Freeform 89"/>
                <p:cNvSpPr/>
                <p:nvPr/>
              </p:nvSpPr>
              <p:spPr>
                <a:xfrm>
                  <a:off x="10405836" y="4824892"/>
                  <a:ext cx="132014" cy="1603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14" h="160339">
                      <a:moveTo>
                        <a:pt x="83779" y="160339"/>
                      </a:moveTo>
                      <a:cubicBezTo>
                        <a:pt x="19478" y="131849"/>
                        <a:pt x="0" y="35247"/>
                        <a:pt x="51449" y="0"/>
                      </a:cubicBezTo>
                      <a:cubicBezTo>
                        <a:pt x="112536" y="12556"/>
                        <a:pt x="132014" y="109157"/>
                        <a:pt x="83779" y="16033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90" name="Freeform 90"/>
                <p:cNvSpPr/>
                <p:nvPr/>
              </p:nvSpPr>
              <p:spPr>
                <a:xfrm>
                  <a:off x="10489615" y="4866897"/>
                  <a:ext cx="149436" cy="1483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436" h="148393">
                      <a:moveTo>
                        <a:pt x="0" y="118334"/>
                      </a:moveTo>
                      <a:cubicBezTo>
                        <a:pt x="7226" y="48377"/>
                        <a:pt x="93080" y="0"/>
                        <a:pt x="142501" y="38039"/>
                      </a:cubicBezTo>
                      <a:cubicBezTo>
                        <a:pt x="149436" y="100016"/>
                        <a:pt x="63582" y="148393"/>
                        <a:pt x="0" y="11833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91" name="Freeform 91"/>
                <p:cNvSpPr/>
                <p:nvPr/>
              </p:nvSpPr>
              <p:spPr>
                <a:xfrm>
                  <a:off x="10480675" y="4970485"/>
                  <a:ext cx="150245" cy="1512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45" h="151208">
                      <a:moveTo>
                        <a:pt x="8940" y="14746"/>
                      </a:moveTo>
                      <a:cubicBezTo>
                        <a:pt x="77706" y="0"/>
                        <a:pt x="150245" y="66703"/>
                        <a:pt x="129340" y="125459"/>
                      </a:cubicBezTo>
                      <a:cubicBezTo>
                        <a:pt x="72539" y="151208"/>
                        <a:pt x="0" y="84505"/>
                        <a:pt x="8940" y="1474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92" name="Freeform 92"/>
                <p:cNvSpPr/>
                <p:nvPr/>
              </p:nvSpPr>
              <p:spPr>
                <a:xfrm>
                  <a:off x="10379485" y="4985231"/>
                  <a:ext cx="145404" cy="1504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404" h="150445">
                      <a:moveTo>
                        <a:pt x="110130" y="0"/>
                      </a:moveTo>
                      <a:cubicBezTo>
                        <a:pt x="145404" y="60844"/>
                        <a:pt x="104381" y="150445"/>
                        <a:pt x="42041" y="148720"/>
                      </a:cubicBezTo>
                      <a:cubicBezTo>
                        <a:pt x="0" y="102656"/>
                        <a:pt x="41023" y="13054"/>
                        <a:pt x="11013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93" name="Freeform 93"/>
                <p:cNvSpPr/>
                <p:nvPr/>
              </p:nvSpPr>
              <p:spPr>
                <a:xfrm>
                  <a:off x="10327133" y="4912214"/>
                  <a:ext cx="162482" cy="1253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482" h="125367">
                      <a:moveTo>
                        <a:pt x="162482" y="73017"/>
                      </a:moveTo>
                      <a:cubicBezTo>
                        <a:pt x="115516" y="125367"/>
                        <a:pt x="17623" y="114040"/>
                        <a:pt x="0" y="54218"/>
                      </a:cubicBezTo>
                      <a:cubicBezTo>
                        <a:pt x="30818" y="0"/>
                        <a:pt x="128711" y="11327"/>
                        <a:pt x="162482" y="7301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94" name="Freeform 94"/>
                <p:cNvSpPr/>
                <p:nvPr/>
              </p:nvSpPr>
              <p:spPr>
                <a:xfrm>
                  <a:off x="10489615" y="4895166"/>
                  <a:ext cx="215986" cy="2270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986" h="227071">
                      <a:moveTo>
                        <a:pt x="0" y="90065"/>
                      </a:moveTo>
                      <a:cubicBezTo>
                        <a:pt x="76362" y="208"/>
                        <a:pt x="215986" y="0"/>
                        <a:pt x="178730" y="110745"/>
                      </a:cubicBezTo>
                      <a:cubicBezTo>
                        <a:pt x="189713" y="227071"/>
                        <a:pt x="53825" y="194985"/>
                        <a:pt x="0" y="90065"/>
                      </a:cubicBezTo>
                      <a:close/>
                    </a:path>
                  </a:pathLst>
                </a:custGeom>
                <a:solidFill>
                  <a:srgbClr val="CBE0EC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95" name="Ellipse 95"/>
                <p:cNvSpPr/>
                <p:nvPr/>
              </p:nvSpPr>
              <p:spPr>
                <a:xfrm rot="-6084000">
                  <a:off x="10464217" y="4959833"/>
                  <a:ext cx="50797" cy="50797"/>
                </a:xfrm>
                <a:prstGeom prst="ellipse">
                  <a:avLst/>
                </a:prstGeom>
                <a:solidFill>
                  <a:srgbClr val="5A6AA8"/>
                </a:solidFill>
                <a:ln>
                  <a:noFill/>
                </a:ln>
              </p:spPr>
            </p:sp>
          </p:grpSp>
          <p:grpSp>
            <p:nvGrpSpPr>
              <p:cNvPr id="99" name="Group 99"/>
              <p:cNvGrpSpPr/>
              <p:nvPr/>
            </p:nvGrpSpPr>
            <p:grpSpPr>
              <a:xfrm>
                <a:off x="9080902" y="6097173"/>
                <a:ext cx="527896" cy="304781"/>
                <a:chOff x="9080902" y="6097173"/>
                <a:chExt cx="527896" cy="304781"/>
              </a:xfrm>
            </p:grpSpPr>
            <p:sp>
              <p:nvSpPr>
                <p:cNvPr id="97" name="Freeform 97"/>
                <p:cNvSpPr/>
                <p:nvPr/>
              </p:nvSpPr>
              <p:spPr>
                <a:xfrm>
                  <a:off x="9080902" y="6097173"/>
                  <a:ext cx="527896" cy="304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7896" h="304781">
                      <a:moveTo>
                        <a:pt x="527896" y="304781"/>
                      </a:moveTo>
                      <a:cubicBezTo>
                        <a:pt x="333969" y="274935"/>
                        <a:pt x="122811" y="153022"/>
                        <a:pt x="0" y="0"/>
                      </a:cubicBezTo>
                      <a:cubicBezTo>
                        <a:pt x="193927" y="29846"/>
                        <a:pt x="405085" y="151759"/>
                        <a:pt x="527896" y="30478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98" name="Freeform 98"/>
                <p:cNvSpPr/>
                <p:nvPr/>
              </p:nvSpPr>
              <p:spPr>
                <a:xfrm>
                  <a:off x="9160086" y="6142891"/>
                  <a:ext cx="406480" cy="2346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6480" h="234681">
                      <a:moveTo>
                        <a:pt x="406480" y="234681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4064">
                  <a:solidFill>
                    <a:srgbClr val="C7CEE4"/>
                  </a:solidFill>
                </a:ln>
              </p:spPr>
            </p:sp>
          </p:grpSp>
          <p:grpSp>
            <p:nvGrpSpPr>
              <p:cNvPr id="102" name="Group 102"/>
              <p:cNvGrpSpPr/>
              <p:nvPr/>
            </p:nvGrpSpPr>
            <p:grpSpPr>
              <a:xfrm>
                <a:off x="9660611" y="5909225"/>
                <a:ext cx="527896" cy="304781"/>
                <a:chOff x="9660611" y="5909225"/>
                <a:chExt cx="527896" cy="304781"/>
              </a:xfrm>
            </p:grpSpPr>
            <p:sp>
              <p:nvSpPr>
                <p:cNvPr id="100" name="Freeform 100"/>
                <p:cNvSpPr/>
                <p:nvPr/>
              </p:nvSpPr>
              <p:spPr>
                <a:xfrm>
                  <a:off x="9660611" y="5909225"/>
                  <a:ext cx="527896" cy="304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7896" h="304781">
                      <a:moveTo>
                        <a:pt x="0" y="304781"/>
                      </a:moveTo>
                      <a:cubicBezTo>
                        <a:pt x="122811" y="151759"/>
                        <a:pt x="333969" y="29846"/>
                        <a:pt x="527896" y="0"/>
                      </a:cubicBezTo>
                      <a:cubicBezTo>
                        <a:pt x="405085" y="153022"/>
                        <a:pt x="193927" y="274935"/>
                        <a:pt x="0" y="30478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112">
                  <a:solidFill>
                    <a:srgbClr val="5A6AA8"/>
                  </a:solidFill>
                  <a:round/>
                </a:ln>
              </p:spPr>
            </p:sp>
            <p:sp>
              <p:nvSpPr>
                <p:cNvPr id="101" name="Freeform 101"/>
                <p:cNvSpPr/>
                <p:nvPr/>
              </p:nvSpPr>
              <p:spPr>
                <a:xfrm>
                  <a:off x="9702843" y="5954942"/>
                  <a:ext cx="406480" cy="2346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6480" h="234681">
                      <a:moveTo>
                        <a:pt x="0" y="234681"/>
                      </a:moveTo>
                      <a:lnTo>
                        <a:pt x="406480" y="0"/>
                      </a:lnTo>
                    </a:path>
                  </a:pathLst>
                </a:custGeom>
                <a:noFill/>
                <a:ln w="4064">
                  <a:solidFill>
                    <a:srgbClr val="C7CEE4"/>
                  </a:solidFill>
                </a:ln>
              </p:spPr>
            </p:sp>
          </p:grpSp>
        </p:grpSp>
      </p:grpSp>
      <p:grpSp>
        <p:nvGrpSpPr>
          <p:cNvPr id="106" name="word"/>
          <p:cNvGrpSpPr/>
          <p:nvPr/>
        </p:nvGrpSpPr>
        <p:grpSpPr>
          <a:xfrm>
            <a:off x="4784598" y="2552700"/>
            <a:ext cx="2622804" cy="1847850"/>
            <a:chOff x="4784598" y="2552700"/>
            <a:chExt cx="2622804" cy="1847850"/>
          </a:xfrm>
        </p:grpSpPr>
        <p:sp>
          <p:nvSpPr>
            <p:cNvPr id="105" name="TextBox 105"/>
            <p:cNvSpPr txBox="1"/>
            <p:nvPr/>
          </p:nvSpPr>
          <p:spPr>
            <a:xfrm>
              <a:off x="4784598" y="2552700"/>
              <a:ext cx="2622804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960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結語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12500" r="0" b="12500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grpSp>
        <p:nvGrpSpPr>
          <p:cNvPr id="19" name="panel"/>
          <p:cNvGrpSpPr/>
          <p:nvPr/>
        </p:nvGrpSpPr>
        <p:grpSpPr>
          <a:xfrm>
            <a:off x="0" y="0"/>
            <a:ext cx="6124575" cy="6858000"/>
            <a:chOff x="0" y="0"/>
            <a:chExt cx="6124575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6096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6096000" y="0"/>
              <a:ext cx="28575" cy="6858000"/>
            </a:xfrm>
            <a:prstGeom prst="rect">
              <a:avLst/>
            </a:prstGeom>
            <a:solidFill>
              <a:srgbClr val="0A1138"/>
            </a:solidFill>
            <a:ln>
              <a:noFill/>
            </a:ln>
          </p:spPr>
        </p:sp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495300"/>
              <a:ext cx="1395412" cy="514350"/>
            </a:xfrm>
            <a:prstGeom prst="rect">
              <a:avLst/>
            </a:prstGeom>
          </p:spPr>
        </p:pic>
        <p:sp>
          <p:nvSpPr>
            <p:cNvPr id="6" name="Rectangle 6"/>
            <p:cNvSpPr/>
            <p:nvPr/>
          </p:nvSpPr>
          <p:spPr>
            <a:xfrm>
              <a:off x="2062162" y="514350"/>
              <a:ext cx="19050" cy="476250"/>
            </a:xfrm>
            <a:prstGeom prst="rect">
              <a:avLst/>
            </a:prstGeom>
            <a:solidFill>
              <a:srgbClr val="93A0C9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266760" y="594614"/>
              <a:ext cx="190904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NTU Centre in Computational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266760" y="756539"/>
              <a:ext cx="167378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Technologies for Finance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66950" y="975614"/>
              <a:ext cx="86937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b="1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Graduate College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38150" y="1612900"/>
              <a:ext cx="262280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80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謝謝聆聽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8056" y="2813050"/>
              <a:ext cx="23139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800" b="1" dirty="0">
                  <a:solidFill>
                    <a:srgbClr val="0A1138"/>
                  </a:solidFill>
                  <a:latin typeface="+mn-lt"/>
                  <a:ea typeface="+mn-ea"/>
                  <a:cs typeface="+mn-cs"/>
                </a:rPr>
                <a:t>張鈞威 ・ NTU MSBT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57200" y="3619500"/>
              <a:ext cx="1600200" cy="16002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1138"/>
              </a:solidFill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3400" y="3695700"/>
              <a:ext cx="1447800" cy="14478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451485" y="5403850"/>
              <a:ext cx="7534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9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LINKEDIN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324100" y="3619500"/>
              <a:ext cx="1600200" cy="16002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1138"/>
              </a:solidFill>
            </a:ln>
          </p:spPr>
        </p:sp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00300" y="3695700"/>
              <a:ext cx="1447800" cy="1447800"/>
            </a:xfrm>
            <a:prstGeom prst="rect">
              <a:avLst/>
            </a:prstGeom>
          </p:spPr>
        </p:pic>
        <p:sp>
          <p:nvSpPr>
            <p:cNvPr id="17" name="TextBox 17"/>
            <p:cNvSpPr txBox="1"/>
            <p:nvPr/>
          </p:nvSpPr>
          <p:spPr>
            <a:xfrm>
              <a:off x="2318385" y="5403850"/>
              <a:ext cx="3760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9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LINE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9580" y="613410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有問題歡迎現在提問，或會後找我。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ntu-taiwan-info-session">
  <a:themeElements>
    <a:clrScheme name="ntu-taiwan-info-sessio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tu-taiwan-info-session">
      <a:majorFont>
        <a:latin typeface="Microsoft JhengHei"/>
        <a:ea typeface="Microsoft JhengHei"/>
        <a:cs typeface="Microsoft JhengHei"/>
        <a:font script="Jpan" typeface="Microsoft JhengHei"/>
        <a:font script="Hang" typeface="Microsoft JhengHei"/>
        <a:font script="Hans" typeface="Microsoft JhengHei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JhengHei"/>
        <a:ea typeface="Microsoft JhengHei"/>
        <a:cs typeface="Microsoft JhengHei"/>
        <a:font script="Jpan" typeface="Microsoft JhengHei"/>
        <a:font script="Hang" typeface="Microsoft JhengHei"/>
        <a:font script="Hans" typeface="Microsoft JhengHei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ntu-taiwan-info-sess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zh-TW</dc:language>
  <cp:lastModifiedBy/>
  <cp:revision>1</cp:revision>
  <dcterms:created xsi:type="dcterms:W3CDTF">2026-10-24T18:06:08Z</dcterms:created>
  <dcterms:modified xsi:type="dcterms:W3CDTF">2026-10-24T18:06:08Z</dcterms:modified>
  <cp:category/>
  <cp:contentStatus/>
</cp:coreProperties>
</file>